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5.jpg" ContentType="image/jpeg"/>
  <Override PartName="/ppt/media/image6.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117" r:id="rId1"/>
  </p:sldMasterIdLst>
  <p:sldIdLst>
    <p:sldId id="256" r:id="rId2"/>
  </p:sldIdLst>
  <p:sldSz cx="20104100" cy="15081250"/>
  <p:notesSz cx="20104100" cy="15081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63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1166" y="43"/>
      </p:cViewPr>
      <p:guideLst>
        <p:guide orient="horz" pos="2880"/>
        <p:guide pos="63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8613" y="-18621"/>
            <a:ext cx="20164157" cy="15118491"/>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485740" y="5287748"/>
            <a:ext cx="12810689" cy="3620340"/>
          </a:xfrm>
        </p:spPr>
        <p:txBody>
          <a:bodyPr anchor="b">
            <a:noAutofit/>
          </a:bodyPr>
          <a:lstStyle>
            <a:lvl1pPr algn="r">
              <a:defRPr sz="1187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485740" y="8908085"/>
            <a:ext cx="12810689" cy="2412162"/>
          </a:xfrm>
        </p:spPr>
        <p:txBody>
          <a:bodyPr anchor="t"/>
          <a:lstStyle>
            <a:lvl1pPr marL="0" indent="0" algn="r">
              <a:buNone/>
              <a:defRPr>
                <a:solidFill>
                  <a:schemeClr val="tx1">
                    <a:lumMod val="50000"/>
                    <a:lumOff val="50000"/>
                  </a:schemeClr>
                </a:solidFill>
              </a:defRPr>
            </a:lvl1pPr>
            <a:lvl2pPr marL="1005200" indent="0" algn="ctr">
              <a:buNone/>
              <a:defRPr>
                <a:solidFill>
                  <a:schemeClr val="tx1">
                    <a:tint val="75000"/>
                  </a:schemeClr>
                </a:solidFill>
              </a:defRPr>
            </a:lvl2pPr>
            <a:lvl3pPr marL="2010400" indent="0" algn="ctr">
              <a:buNone/>
              <a:defRPr>
                <a:solidFill>
                  <a:schemeClr val="tx1">
                    <a:tint val="75000"/>
                  </a:schemeClr>
                </a:solidFill>
              </a:defRPr>
            </a:lvl3pPr>
            <a:lvl4pPr marL="3015600" indent="0" algn="ctr">
              <a:buNone/>
              <a:defRPr>
                <a:solidFill>
                  <a:schemeClr val="tx1">
                    <a:tint val="75000"/>
                  </a:schemeClr>
                </a:solidFill>
              </a:defRPr>
            </a:lvl4pPr>
            <a:lvl5pPr marL="4020800" indent="0" algn="ctr">
              <a:buNone/>
              <a:defRPr>
                <a:solidFill>
                  <a:schemeClr val="tx1">
                    <a:tint val="75000"/>
                  </a:schemeClr>
                </a:solidFill>
              </a:defRPr>
            </a:lvl5pPr>
            <a:lvl6pPr marL="5026000" indent="0" algn="ctr">
              <a:buNone/>
              <a:defRPr>
                <a:solidFill>
                  <a:schemeClr val="tx1">
                    <a:tint val="75000"/>
                  </a:schemeClr>
                </a:solidFill>
              </a:defRPr>
            </a:lvl6pPr>
            <a:lvl7pPr marL="6031200" indent="0" algn="ctr">
              <a:buNone/>
              <a:defRPr>
                <a:solidFill>
                  <a:schemeClr val="tx1">
                    <a:tint val="75000"/>
                  </a:schemeClr>
                </a:solidFill>
              </a:defRPr>
            </a:lvl7pPr>
            <a:lvl8pPr marL="7036399" indent="0" algn="ctr">
              <a:buNone/>
              <a:defRPr>
                <a:solidFill>
                  <a:schemeClr val="tx1">
                    <a:tint val="75000"/>
                  </a:schemeClr>
                </a:solidFill>
              </a:defRPr>
            </a:lvl8pPr>
            <a:lvl9pPr marL="804159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83848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915"/>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2071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40270" y="5939410"/>
            <a:ext cx="13956157" cy="4016787"/>
          </a:xfrm>
        </p:spPr>
        <p:txBody>
          <a:bodyPr anchor="b"/>
          <a:lstStyle>
            <a:lvl1pPr algn="l">
              <a:defRPr sz="8794" b="0" cap="none"/>
            </a:lvl1pPr>
          </a:lstStyle>
          <a:p>
            <a:r>
              <a:rPr lang="en-US"/>
              <a:t>Click to edit Master title style</a:t>
            </a:r>
            <a:endParaRPr lang="en-US" dirty="0"/>
          </a:p>
        </p:txBody>
      </p:sp>
      <p:sp>
        <p:nvSpPr>
          <p:cNvPr id="3" name="Text Placeholder 2"/>
          <p:cNvSpPr>
            <a:spLocks noGrp="1"/>
          </p:cNvSpPr>
          <p:nvPr>
            <p:ph type="body" idx="1"/>
          </p:nvPr>
        </p:nvSpPr>
        <p:spPr>
          <a:xfrm>
            <a:off x="1340270" y="9956194"/>
            <a:ext cx="13956157" cy="1892083"/>
          </a:xfrm>
        </p:spPr>
        <p:txBody>
          <a:bodyPr anchor="t"/>
          <a:lstStyle>
            <a:lvl1pPr marL="0" indent="0" algn="l">
              <a:buNone/>
              <a:defRPr sz="4397">
                <a:solidFill>
                  <a:schemeClr val="tx1">
                    <a:lumMod val="50000"/>
                    <a:lumOff val="50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6345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273" y="1340556"/>
            <a:ext cx="13956155" cy="29045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40274" y="4751295"/>
            <a:ext cx="6789551" cy="8534105"/>
          </a:xfrm>
        </p:spPr>
        <p:txBody>
          <a:bodyPr>
            <a:normAutofit/>
          </a:bodyPr>
          <a:lstStyle>
            <a:lvl1pPr>
              <a:defRPr sz="3957"/>
            </a:lvl1pPr>
            <a:lvl2pPr>
              <a:defRPr sz="3518"/>
            </a:lvl2pPr>
            <a:lvl3pPr>
              <a:defRPr sz="3078"/>
            </a:lvl3pPr>
            <a:lvl4pPr>
              <a:defRPr sz="2638"/>
            </a:lvl4pPr>
            <a:lvl5pPr>
              <a:defRPr sz="2638"/>
            </a:lvl5pPr>
            <a:lvl6pPr>
              <a:defRPr sz="2638"/>
            </a:lvl6pPr>
            <a:lvl7pPr>
              <a:defRPr sz="2638"/>
            </a:lvl7pPr>
            <a:lvl8pPr>
              <a:defRPr sz="2638"/>
            </a:lvl8pPr>
            <a:lvl9pPr>
              <a:defRPr sz="263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506875" y="4751299"/>
            <a:ext cx="6789553" cy="8534107"/>
          </a:xfrm>
        </p:spPr>
        <p:txBody>
          <a:bodyPr>
            <a:normAutofit/>
          </a:bodyPr>
          <a:lstStyle>
            <a:lvl1pPr>
              <a:defRPr sz="3957"/>
            </a:lvl1pPr>
            <a:lvl2pPr>
              <a:defRPr sz="3518"/>
            </a:lvl2pPr>
            <a:lvl3pPr>
              <a:defRPr sz="3078"/>
            </a:lvl3pPr>
            <a:lvl4pPr>
              <a:defRPr sz="2638"/>
            </a:lvl4pPr>
            <a:lvl5pPr>
              <a:defRPr sz="2638"/>
            </a:lvl5pPr>
            <a:lvl6pPr>
              <a:defRPr sz="2638"/>
            </a:lvl6pPr>
            <a:lvl7pPr>
              <a:defRPr sz="2638"/>
            </a:lvl7pPr>
            <a:lvl8pPr>
              <a:defRPr sz="2638"/>
            </a:lvl8pPr>
            <a:lvl9pPr>
              <a:defRPr sz="263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35091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0272" y="1340556"/>
            <a:ext cx="13956152" cy="29045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40271" y="4752162"/>
            <a:ext cx="6795186" cy="1267243"/>
          </a:xfrm>
        </p:spPr>
        <p:txBody>
          <a:bodyPr anchor="b">
            <a:noAutofit/>
          </a:bodyPr>
          <a:lstStyle>
            <a:lvl1pPr marL="0" indent="0">
              <a:buNone/>
              <a:defRPr sz="5277" b="0"/>
            </a:lvl1pPr>
            <a:lvl2pPr marL="1005200" indent="0">
              <a:buNone/>
              <a:defRPr sz="4397" b="1"/>
            </a:lvl2pPr>
            <a:lvl3pPr marL="2010400" indent="0">
              <a:buNone/>
              <a:defRPr sz="3957" b="1"/>
            </a:lvl3pPr>
            <a:lvl4pPr marL="3015600" indent="0">
              <a:buNone/>
              <a:defRPr sz="3518" b="1"/>
            </a:lvl4pPr>
            <a:lvl5pPr marL="4020800" indent="0">
              <a:buNone/>
              <a:defRPr sz="3518" b="1"/>
            </a:lvl5pPr>
            <a:lvl6pPr marL="5026000" indent="0">
              <a:buNone/>
              <a:defRPr sz="3518" b="1"/>
            </a:lvl6pPr>
            <a:lvl7pPr marL="6031200" indent="0">
              <a:buNone/>
              <a:defRPr sz="3518" b="1"/>
            </a:lvl7pPr>
            <a:lvl8pPr marL="7036399" indent="0">
              <a:buNone/>
              <a:defRPr sz="3518" b="1"/>
            </a:lvl8pPr>
            <a:lvl9pPr marL="8041599" indent="0">
              <a:buNone/>
              <a:defRPr sz="3518" b="1"/>
            </a:lvl9pPr>
          </a:lstStyle>
          <a:p>
            <a:pPr lvl="0"/>
            <a:r>
              <a:rPr lang="en-US"/>
              <a:t>Click to edit Master text styles</a:t>
            </a:r>
          </a:p>
        </p:txBody>
      </p:sp>
      <p:sp>
        <p:nvSpPr>
          <p:cNvPr id="4" name="Content Placeholder 3"/>
          <p:cNvSpPr>
            <a:spLocks noGrp="1"/>
          </p:cNvSpPr>
          <p:nvPr>
            <p:ph sz="half" idx="2"/>
          </p:nvPr>
        </p:nvSpPr>
        <p:spPr>
          <a:xfrm>
            <a:off x="1340271" y="6019408"/>
            <a:ext cx="6795186" cy="72659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501238" y="4752162"/>
            <a:ext cx="6795186" cy="1267243"/>
          </a:xfrm>
        </p:spPr>
        <p:txBody>
          <a:bodyPr anchor="b">
            <a:noAutofit/>
          </a:bodyPr>
          <a:lstStyle>
            <a:lvl1pPr marL="0" indent="0">
              <a:buNone/>
              <a:defRPr sz="5277" b="0"/>
            </a:lvl1pPr>
            <a:lvl2pPr marL="1005200" indent="0">
              <a:buNone/>
              <a:defRPr sz="4397" b="1"/>
            </a:lvl2pPr>
            <a:lvl3pPr marL="2010400" indent="0">
              <a:buNone/>
              <a:defRPr sz="3957" b="1"/>
            </a:lvl3pPr>
            <a:lvl4pPr marL="3015600" indent="0">
              <a:buNone/>
              <a:defRPr sz="3518" b="1"/>
            </a:lvl4pPr>
            <a:lvl5pPr marL="4020800" indent="0">
              <a:buNone/>
              <a:defRPr sz="3518" b="1"/>
            </a:lvl5pPr>
            <a:lvl6pPr marL="5026000" indent="0">
              <a:buNone/>
              <a:defRPr sz="3518" b="1"/>
            </a:lvl6pPr>
            <a:lvl7pPr marL="6031200" indent="0">
              <a:buNone/>
              <a:defRPr sz="3518" b="1"/>
            </a:lvl7pPr>
            <a:lvl8pPr marL="7036399" indent="0">
              <a:buNone/>
              <a:defRPr sz="3518" b="1"/>
            </a:lvl8pPr>
            <a:lvl9pPr marL="8041599" indent="0">
              <a:buNone/>
              <a:defRPr sz="3518" b="1"/>
            </a:lvl9pPr>
          </a:lstStyle>
          <a:p>
            <a:pPr lvl="0"/>
            <a:r>
              <a:rPr lang="en-US"/>
              <a:t>Click to edit Master text styles</a:t>
            </a:r>
          </a:p>
        </p:txBody>
      </p:sp>
      <p:sp>
        <p:nvSpPr>
          <p:cNvPr id="6" name="Content Placeholder 5"/>
          <p:cNvSpPr>
            <a:spLocks noGrp="1"/>
          </p:cNvSpPr>
          <p:nvPr>
            <p:ph sz="quarter" idx="4"/>
          </p:nvPr>
        </p:nvSpPr>
        <p:spPr>
          <a:xfrm>
            <a:off x="8501238" y="6019408"/>
            <a:ext cx="6795186" cy="72659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46286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40271" y="1340556"/>
            <a:ext cx="13956155" cy="29045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26613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13370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0271" y="3295541"/>
            <a:ext cx="6134525" cy="2811441"/>
          </a:xfrm>
        </p:spPr>
        <p:txBody>
          <a:bodyPr anchor="b">
            <a:normAutofit/>
          </a:bodyPr>
          <a:lstStyle>
            <a:lvl1pPr>
              <a:defRPr sz="4397"/>
            </a:lvl1pPr>
          </a:lstStyle>
          <a:p>
            <a:r>
              <a:rPr lang="en-US"/>
              <a:t>Click to edit Master title style</a:t>
            </a:r>
            <a:endParaRPr lang="en-US" dirty="0"/>
          </a:p>
        </p:txBody>
      </p:sp>
      <p:sp>
        <p:nvSpPr>
          <p:cNvPr id="3" name="Content Placeholder 2"/>
          <p:cNvSpPr>
            <a:spLocks noGrp="1"/>
          </p:cNvSpPr>
          <p:nvPr>
            <p:ph idx="1"/>
          </p:nvPr>
        </p:nvSpPr>
        <p:spPr>
          <a:xfrm>
            <a:off x="7851846" y="1132359"/>
            <a:ext cx="7444579" cy="1215304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40271" y="6106981"/>
            <a:ext cx="6134525" cy="5683395"/>
          </a:xfrm>
        </p:spPr>
        <p:txBody>
          <a:bodyPr>
            <a:normAutofit/>
          </a:bodyPr>
          <a:lstStyle>
            <a:lvl1pPr marL="0" indent="0">
              <a:buNone/>
              <a:defRPr sz="3078"/>
            </a:lvl1pPr>
            <a:lvl2pPr marL="753900" indent="0">
              <a:buNone/>
              <a:defRPr sz="2309"/>
            </a:lvl2pPr>
            <a:lvl3pPr marL="1507800" indent="0">
              <a:buNone/>
              <a:defRPr sz="1979"/>
            </a:lvl3pPr>
            <a:lvl4pPr marL="2261700" indent="0">
              <a:buNone/>
              <a:defRPr sz="1649"/>
            </a:lvl4pPr>
            <a:lvl5pPr marL="3015600" indent="0">
              <a:buNone/>
              <a:defRPr sz="1649"/>
            </a:lvl5pPr>
            <a:lvl6pPr marL="3769500" indent="0">
              <a:buNone/>
              <a:defRPr sz="1649"/>
            </a:lvl6pPr>
            <a:lvl7pPr marL="4523400" indent="0">
              <a:buNone/>
              <a:defRPr sz="1649"/>
            </a:lvl7pPr>
            <a:lvl8pPr marL="5277300" indent="0">
              <a:buNone/>
              <a:defRPr sz="1649"/>
            </a:lvl8pPr>
            <a:lvl9pPr marL="6031200" indent="0">
              <a:buNone/>
              <a:defRPr sz="1649"/>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7440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0271" y="10556875"/>
            <a:ext cx="13956155" cy="1246299"/>
          </a:xfrm>
        </p:spPr>
        <p:txBody>
          <a:bodyPr anchor="b">
            <a:normAutofit/>
          </a:bodyPr>
          <a:lstStyle>
            <a:lvl1pPr algn="l">
              <a:defRPr sz="5277"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40271" y="1340555"/>
            <a:ext cx="13956155" cy="8457019"/>
          </a:xfrm>
        </p:spPr>
        <p:txBody>
          <a:bodyPr anchor="t">
            <a:normAutofit/>
          </a:bodyPr>
          <a:lstStyle>
            <a:lvl1pPr marL="0" indent="0" algn="ctr">
              <a:buNone/>
              <a:defRPr sz="3518"/>
            </a:lvl1pPr>
            <a:lvl2pPr marL="1005200" indent="0">
              <a:buNone/>
              <a:defRPr sz="3518"/>
            </a:lvl2pPr>
            <a:lvl3pPr marL="2010400" indent="0">
              <a:buNone/>
              <a:defRPr sz="3518"/>
            </a:lvl3pPr>
            <a:lvl4pPr marL="3015600" indent="0">
              <a:buNone/>
              <a:defRPr sz="3518"/>
            </a:lvl4pPr>
            <a:lvl5pPr marL="4020800" indent="0">
              <a:buNone/>
              <a:defRPr sz="3518"/>
            </a:lvl5pPr>
            <a:lvl6pPr marL="5026000" indent="0">
              <a:buNone/>
              <a:defRPr sz="3518"/>
            </a:lvl6pPr>
            <a:lvl7pPr marL="6031200" indent="0">
              <a:buNone/>
              <a:defRPr sz="3518"/>
            </a:lvl7pPr>
            <a:lvl8pPr marL="7036399" indent="0">
              <a:buNone/>
              <a:defRPr sz="3518"/>
            </a:lvl8pPr>
            <a:lvl9pPr marL="8041599" indent="0">
              <a:buNone/>
              <a:defRPr sz="3518"/>
            </a:lvl9pPr>
          </a:lstStyle>
          <a:p>
            <a:r>
              <a:rPr lang="en-US"/>
              <a:t>Click icon to add picture</a:t>
            </a:r>
            <a:endParaRPr lang="en-US" dirty="0"/>
          </a:p>
        </p:txBody>
      </p:sp>
      <p:sp>
        <p:nvSpPr>
          <p:cNvPr id="4" name="Text Placeholder 3"/>
          <p:cNvSpPr>
            <a:spLocks noGrp="1"/>
          </p:cNvSpPr>
          <p:nvPr>
            <p:ph type="body" sz="half" idx="2"/>
          </p:nvPr>
        </p:nvSpPr>
        <p:spPr>
          <a:xfrm>
            <a:off x="1340271" y="11803174"/>
            <a:ext cx="13956155" cy="1482229"/>
          </a:xfrm>
        </p:spPr>
        <p:txBody>
          <a:bodyPr>
            <a:normAutofit/>
          </a:bodyPr>
          <a:lstStyle>
            <a:lvl1pPr marL="0" indent="0">
              <a:buNone/>
              <a:defRPr sz="2638"/>
            </a:lvl1pPr>
            <a:lvl2pPr marL="1005200" indent="0">
              <a:buNone/>
              <a:defRPr sz="2638"/>
            </a:lvl2pPr>
            <a:lvl3pPr marL="2010400" indent="0">
              <a:buNone/>
              <a:defRPr sz="2199"/>
            </a:lvl3pPr>
            <a:lvl4pPr marL="3015600" indent="0">
              <a:buNone/>
              <a:defRPr sz="1979"/>
            </a:lvl4pPr>
            <a:lvl5pPr marL="4020800" indent="0">
              <a:buNone/>
              <a:defRPr sz="1979"/>
            </a:lvl5pPr>
            <a:lvl6pPr marL="5026000" indent="0">
              <a:buNone/>
              <a:defRPr sz="1979"/>
            </a:lvl6pPr>
            <a:lvl7pPr marL="6031200" indent="0">
              <a:buNone/>
              <a:defRPr sz="1979"/>
            </a:lvl7pPr>
            <a:lvl8pPr marL="7036399" indent="0">
              <a:buNone/>
              <a:defRPr sz="1979"/>
            </a:lvl8pPr>
            <a:lvl9pPr marL="8041599" indent="0">
              <a:buNone/>
              <a:defRPr sz="1979"/>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21929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40273" y="1340555"/>
            <a:ext cx="13956155" cy="7484769"/>
          </a:xfrm>
        </p:spPr>
        <p:txBody>
          <a:bodyPr anchor="ctr">
            <a:normAutofit/>
          </a:bodyPr>
          <a:lstStyle>
            <a:lvl1pPr algn="l">
              <a:defRPr sz="9674" b="0" cap="none"/>
            </a:lvl1pPr>
          </a:lstStyle>
          <a:p>
            <a:r>
              <a:rPr lang="en-US"/>
              <a:t>Click to edit Master title style</a:t>
            </a:r>
            <a:endParaRPr lang="en-US" dirty="0"/>
          </a:p>
        </p:txBody>
      </p:sp>
      <p:sp>
        <p:nvSpPr>
          <p:cNvPr id="3" name="Text Placeholder 2"/>
          <p:cNvSpPr>
            <a:spLocks noGrp="1"/>
          </p:cNvSpPr>
          <p:nvPr>
            <p:ph type="body" idx="1"/>
          </p:nvPr>
        </p:nvSpPr>
        <p:spPr>
          <a:xfrm>
            <a:off x="1340273" y="9830741"/>
            <a:ext cx="13956155" cy="3454662"/>
          </a:xfrm>
        </p:spPr>
        <p:txBody>
          <a:bodyPr anchor="ctr">
            <a:normAutofit/>
          </a:bodyPr>
          <a:lstStyle>
            <a:lvl1pPr marL="0" indent="0" algn="l">
              <a:buNone/>
              <a:defRPr sz="3957">
                <a:solidFill>
                  <a:schemeClr val="tx1">
                    <a:lumMod val="75000"/>
                    <a:lumOff val="25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70700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03671" y="1340556"/>
            <a:ext cx="13350367" cy="6646921"/>
          </a:xfrm>
        </p:spPr>
        <p:txBody>
          <a:bodyPr anchor="ctr">
            <a:normAutofit/>
          </a:bodyPr>
          <a:lstStyle>
            <a:lvl1pPr algn="l">
              <a:defRPr sz="9674"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420834" y="7987477"/>
            <a:ext cx="11916041" cy="837847"/>
          </a:xfrm>
        </p:spPr>
        <p:txBody>
          <a:bodyPr anchor="ctr">
            <a:noAutofit/>
          </a:bodyPr>
          <a:lstStyle>
            <a:lvl1pPr marL="0" indent="0">
              <a:buFontTx/>
              <a:buNone/>
              <a:defRPr sz="3518">
                <a:solidFill>
                  <a:schemeClr val="tx1">
                    <a:lumMod val="50000"/>
                    <a:lumOff val="50000"/>
                  </a:schemeClr>
                </a:solidFill>
              </a:defRPr>
            </a:lvl1pPr>
            <a:lvl2pPr marL="1005200" indent="0">
              <a:buFontTx/>
              <a:buNone/>
              <a:defRPr/>
            </a:lvl2pPr>
            <a:lvl3pPr marL="2010400" indent="0">
              <a:buFontTx/>
              <a:buNone/>
              <a:defRPr/>
            </a:lvl3pPr>
            <a:lvl4pPr marL="3015600" indent="0">
              <a:buFontTx/>
              <a:buNone/>
              <a:defRPr/>
            </a:lvl4pPr>
            <a:lvl5pPr marL="4020800" indent="0">
              <a:buFontTx/>
              <a:buNone/>
              <a:defRPr/>
            </a:lvl5pPr>
          </a:lstStyle>
          <a:p>
            <a:pPr lvl="0"/>
            <a:r>
              <a:rPr lang="en-US"/>
              <a:t>Click to edit Master text styles</a:t>
            </a:r>
          </a:p>
        </p:txBody>
      </p:sp>
      <p:sp>
        <p:nvSpPr>
          <p:cNvPr id="3" name="Text Placeholder 2"/>
          <p:cNvSpPr>
            <a:spLocks noGrp="1"/>
          </p:cNvSpPr>
          <p:nvPr>
            <p:ph type="body" idx="1"/>
          </p:nvPr>
        </p:nvSpPr>
        <p:spPr>
          <a:xfrm>
            <a:off x="1340270" y="9830741"/>
            <a:ext cx="13956157" cy="3454662"/>
          </a:xfrm>
        </p:spPr>
        <p:txBody>
          <a:bodyPr anchor="ctr">
            <a:normAutofit/>
          </a:bodyPr>
          <a:lstStyle>
            <a:lvl1pPr marL="0" indent="0" algn="l">
              <a:buNone/>
              <a:defRPr sz="3957">
                <a:solidFill>
                  <a:schemeClr val="tx1">
                    <a:lumMod val="75000"/>
                    <a:lumOff val="25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1061295" y="1738100"/>
            <a:ext cx="1005467" cy="1285966"/>
          </a:xfrm>
          <a:prstGeom prst="rect">
            <a:avLst/>
          </a:prstGeom>
        </p:spPr>
        <p:txBody>
          <a:bodyPr vert="horz" lIns="201041" tIns="100521" rIns="201041" bIns="100521" rtlCol="0" anchor="ctr">
            <a:noAutofit/>
          </a:bodyPr>
          <a:lstStyle/>
          <a:p>
            <a:pPr lvl="0"/>
            <a:r>
              <a:rPr lang="en-US" sz="17589"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4835567" y="6347750"/>
            <a:ext cx="1005467" cy="1285966"/>
          </a:xfrm>
          <a:prstGeom prst="rect">
            <a:avLst/>
          </a:prstGeom>
        </p:spPr>
        <p:txBody>
          <a:bodyPr vert="horz" lIns="201041" tIns="100521" rIns="201041" bIns="100521" rtlCol="0" anchor="ctr">
            <a:noAutofit/>
          </a:bodyPr>
          <a:lstStyle/>
          <a:p>
            <a:pPr lvl="0"/>
            <a:r>
              <a:rPr lang="en-US" sz="17589"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2566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40270" y="4248585"/>
            <a:ext cx="13956157" cy="5707609"/>
          </a:xfrm>
        </p:spPr>
        <p:txBody>
          <a:bodyPr anchor="b">
            <a:normAutofit/>
          </a:bodyPr>
          <a:lstStyle>
            <a:lvl1pPr algn="l">
              <a:defRPr sz="9674" b="0" cap="none"/>
            </a:lvl1pPr>
          </a:lstStyle>
          <a:p>
            <a:r>
              <a:rPr lang="en-US"/>
              <a:t>Click to edit Master title style</a:t>
            </a:r>
            <a:endParaRPr lang="en-US" dirty="0"/>
          </a:p>
        </p:txBody>
      </p:sp>
      <p:sp>
        <p:nvSpPr>
          <p:cNvPr id="3" name="Text Placeholder 2"/>
          <p:cNvSpPr>
            <a:spLocks noGrp="1"/>
          </p:cNvSpPr>
          <p:nvPr>
            <p:ph type="body" idx="1"/>
          </p:nvPr>
        </p:nvSpPr>
        <p:spPr>
          <a:xfrm>
            <a:off x="1340270" y="9956194"/>
            <a:ext cx="13956157" cy="3329209"/>
          </a:xfrm>
        </p:spPr>
        <p:txBody>
          <a:bodyPr anchor="t">
            <a:normAutofit/>
          </a:bodyPr>
          <a:lstStyle>
            <a:lvl1pPr marL="0" indent="0" algn="l">
              <a:buNone/>
              <a:defRPr sz="3957">
                <a:solidFill>
                  <a:schemeClr val="tx1">
                    <a:lumMod val="75000"/>
                    <a:lumOff val="25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77904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703671" y="1340556"/>
            <a:ext cx="13350367" cy="6646921"/>
          </a:xfrm>
        </p:spPr>
        <p:txBody>
          <a:bodyPr anchor="ctr">
            <a:normAutofit/>
          </a:bodyPr>
          <a:lstStyle>
            <a:lvl1pPr algn="l">
              <a:defRPr sz="9674"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40267" y="8825324"/>
            <a:ext cx="13956159" cy="1130869"/>
          </a:xfrm>
        </p:spPr>
        <p:txBody>
          <a:bodyPr anchor="b">
            <a:noAutofit/>
          </a:bodyPr>
          <a:lstStyle>
            <a:lvl1pPr marL="0" indent="0">
              <a:buFontTx/>
              <a:buNone/>
              <a:defRPr sz="5277">
                <a:solidFill>
                  <a:schemeClr val="tx1">
                    <a:lumMod val="75000"/>
                    <a:lumOff val="25000"/>
                  </a:schemeClr>
                </a:solidFill>
              </a:defRPr>
            </a:lvl1pPr>
            <a:lvl2pPr marL="1005200" indent="0">
              <a:buFontTx/>
              <a:buNone/>
              <a:defRPr/>
            </a:lvl2pPr>
            <a:lvl3pPr marL="2010400" indent="0">
              <a:buFontTx/>
              <a:buNone/>
              <a:defRPr/>
            </a:lvl3pPr>
            <a:lvl4pPr marL="3015600" indent="0">
              <a:buFontTx/>
              <a:buNone/>
              <a:defRPr/>
            </a:lvl4pPr>
            <a:lvl5pPr marL="4020800" indent="0">
              <a:buFontTx/>
              <a:buNone/>
              <a:defRPr/>
            </a:lvl5pPr>
          </a:lstStyle>
          <a:p>
            <a:pPr lvl="0"/>
            <a:r>
              <a:rPr lang="en-US"/>
              <a:t>Click to edit Master text styles</a:t>
            </a:r>
          </a:p>
        </p:txBody>
      </p:sp>
      <p:sp>
        <p:nvSpPr>
          <p:cNvPr id="3" name="Text Placeholder 2"/>
          <p:cNvSpPr>
            <a:spLocks noGrp="1"/>
          </p:cNvSpPr>
          <p:nvPr>
            <p:ph type="body" idx="1"/>
          </p:nvPr>
        </p:nvSpPr>
        <p:spPr>
          <a:xfrm>
            <a:off x="1340270" y="9956194"/>
            <a:ext cx="13956157" cy="3329209"/>
          </a:xfrm>
        </p:spPr>
        <p:txBody>
          <a:bodyPr anchor="t">
            <a:normAutofit/>
          </a:bodyPr>
          <a:lstStyle>
            <a:lvl1pPr marL="0" indent="0" algn="l">
              <a:buNone/>
              <a:defRPr sz="3957">
                <a:solidFill>
                  <a:schemeClr val="tx1">
                    <a:lumMod val="50000"/>
                    <a:lumOff val="50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1061295" y="1738100"/>
            <a:ext cx="1005467" cy="1285966"/>
          </a:xfrm>
          <a:prstGeom prst="rect">
            <a:avLst/>
          </a:prstGeom>
        </p:spPr>
        <p:txBody>
          <a:bodyPr vert="horz" lIns="201041" tIns="100521" rIns="201041" bIns="100521" rtlCol="0" anchor="ctr">
            <a:noAutofit/>
          </a:bodyPr>
          <a:lstStyle/>
          <a:p>
            <a:pPr lvl="0"/>
            <a:r>
              <a:rPr lang="en-US" sz="17589"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4835567" y="6347750"/>
            <a:ext cx="1005467" cy="1285966"/>
          </a:xfrm>
          <a:prstGeom prst="rect">
            <a:avLst/>
          </a:prstGeom>
        </p:spPr>
        <p:txBody>
          <a:bodyPr vert="horz" lIns="201041" tIns="100521" rIns="201041" bIns="100521" rtlCol="0" anchor="ctr">
            <a:noAutofit/>
          </a:bodyPr>
          <a:lstStyle/>
          <a:p>
            <a:pPr lvl="0"/>
            <a:r>
              <a:rPr lang="en-US" sz="17589"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19524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354012" y="1340556"/>
            <a:ext cx="13942415" cy="6646921"/>
          </a:xfrm>
        </p:spPr>
        <p:txBody>
          <a:bodyPr anchor="ctr">
            <a:normAutofit/>
          </a:bodyPr>
          <a:lstStyle>
            <a:lvl1pPr algn="l">
              <a:defRPr sz="9674"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40267" y="8825324"/>
            <a:ext cx="13956159" cy="1130869"/>
          </a:xfrm>
        </p:spPr>
        <p:txBody>
          <a:bodyPr anchor="b">
            <a:noAutofit/>
          </a:bodyPr>
          <a:lstStyle>
            <a:lvl1pPr marL="0" indent="0">
              <a:buFontTx/>
              <a:buNone/>
              <a:defRPr sz="5277">
                <a:solidFill>
                  <a:schemeClr val="accent1"/>
                </a:solidFill>
              </a:defRPr>
            </a:lvl1pPr>
            <a:lvl2pPr marL="1005200" indent="0">
              <a:buFontTx/>
              <a:buNone/>
              <a:defRPr/>
            </a:lvl2pPr>
            <a:lvl3pPr marL="2010400" indent="0">
              <a:buFontTx/>
              <a:buNone/>
              <a:defRPr/>
            </a:lvl3pPr>
            <a:lvl4pPr marL="3015600" indent="0">
              <a:buFontTx/>
              <a:buNone/>
              <a:defRPr/>
            </a:lvl4pPr>
            <a:lvl5pPr marL="4020800" indent="0">
              <a:buFontTx/>
              <a:buNone/>
              <a:defRPr/>
            </a:lvl5pPr>
          </a:lstStyle>
          <a:p>
            <a:pPr lvl="0"/>
            <a:r>
              <a:rPr lang="en-US"/>
              <a:t>Click to edit Master text styles</a:t>
            </a:r>
          </a:p>
        </p:txBody>
      </p:sp>
      <p:sp>
        <p:nvSpPr>
          <p:cNvPr id="3" name="Text Placeholder 2"/>
          <p:cNvSpPr>
            <a:spLocks noGrp="1"/>
          </p:cNvSpPr>
          <p:nvPr>
            <p:ph type="body" idx="1"/>
          </p:nvPr>
        </p:nvSpPr>
        <p:spPr>
          <a:xfrm>
            <a:off x="1340270" y="9956194"/>
            <a:ext cx="13956157" cy="3329209"/>
          </a:xfrm>
        </p:spPr>
        <p:txBody>
          <a:bodyPr anchor="t">
            <a:normAutofit/>
          </a:bodyPr>
          <a:lstStyle>
            <a:lvl1pPr marL="0" indent="0" algn="l">
              <a:buNone/>
              <a:defRPr sz="3957">
                <a:solidFill>
                  <a:schemeClr val="tx1">
                    <a:lumMod val="50000"/>
                    <a:lumOff val="50000"/>
                  </a:schemeClr>
                </a:solidFill>
              </a:defRPr>
            </a:lvl1pPr>
            <a:lvl2pPr marL="1005200" indent="0">
              <a:buNone/>
              <a:defRPr sz="3957">
                <a:solidFill>
                  <a:schemeClr val="tx1">
                    <a:tint val="75000"/>
                  </a:schemeClr>
                </a:solidFill>
              </a:defRPr>
            </a:lvl2pPr>
            <a:lvl3pPr marL="2010400" indent="0">
              <a:buNone/>
              <a:defRPr sz="3518">
                <a:solidFill>
                  <a:schemeClr val="tx1">
                    <a:tint val="75000"/>
                  </a:schemeClr>
                </a:solidFill>
              </a:defRPr>
            </a:lvl3pPr>
            <a:lvl4pPr marL="3015600" indent="0">
              <a:buNone/>
              <a:defRPr sz="3078">
                <a:solidFill>
                  <a:schemeClr val="tx1">
                    <a:tint val="75000"/>
                  </a:schemeClr>
                </a:solidFill>
              </a:defRPr>
            </a:lvl4pPr>
            <a:lvl5pPr marL="4020800" indent="0">
              <a:buNone/>
              <a:defRPr sz="3078">
                <a:solidFill>
                  <a:schemeClr val="tx1">
                    <a:tint val="75000"/>
                  </a:schemeClr>
                </a:solidFill>
              </a:defRPr>
            </a:lvl5pPr>
            <a:lvl6pPr marL="5026000" indent="0">
              <a:buNone/>
              <a:defRPr sz="3078">
                <a:solidFill>
                  <a:schemeClr val="tx1">
                    <a:tint val="75000"/>
                  </a:schemeClr>
                </a:solidFill>
              </a:defRPr>
            </a:lvl6pPr>
            <a:lvl7pPr marL="6031200" indent="0">
              <a:buNone/>
              <a:defRPr sz="3078">
                <a:solidFill>
                  <a:schemeClr val="tx1">
                    <a:tint val="75000"/>
                  </a:schemeClr>
                </a:solidFill>
              </a:defRPr>
            </a:lvl7pPr>
            <a:lvl8pPr marL="7036399" indent="0">
              <a:buNone/>
              <a:defRPr sz="3078">
                <a:solidFill>
                  <a:schemeClr val="tx1">
                    <a:tint val="75000"/>
                  </a:schemeClr>
                </a:solidFill>
              </a:defRPr>
            </a:lvl8pPr>
            <a:lvl9pPr marL="8041599" indent="0">
              <a:buNone/>
              <a:defRPr sz="30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73352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67336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141785" y="1340557"/>
            <a:ext cx="2152027" cy="11548330"/>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340271" y="1340557"/>
            <a:ext cx="11421842" cy="115483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7466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8614" y="-18621"/>
            <a:ext cx="20164159" cy="15118491"/>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340272" y="1340556"/>
            <a:ext cx="13956152" cy="290453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40271" y="4751299"/>
            <a:ext cx="13956155" cy="853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884060" y="13285406"/>
            <a:ext cx="1504140" cy="802937"/>
          </a:xfrm>
          <a:prstGeom prst="rect">
            <a:avLst/>
          </a:prstGeom>
        </p:spPr>
        <p:txBody>
          <a:bodyPr vert="horz" lIns="91440" tIns="45720" rIns="91440" bIns="45720" rtlCol="0" anchor="ctr"/>
          <a:lstStyle>
            <a:lvl1pPr algn="r">
              <a:defRPr sz="1979">
                <a:solidFill>
                  <a:schemeClr val="tx1">
                    <a:tint val="75000"/>
                  </a:schemeClr>
                </a:solidFill>
              </a:defRPr>
            </a:lvl1pPr>
          </a:lstStyle>
          <a:p>
            <a:fld id="{1D8BD707-D9CF-40AE-B4C6-C98DA3205C09}" type="datetimeFigureOut">
              <a:rPr lang="en-US" smtClean="0"/>
              <a:t>12/14/2025</a:t>
            </a:fld>
            <a:endParaRPr lang="en-US"/>
          </a:p>
        </p:txBody>
      </p:sp>
      <p:sp>
        <p:nvSpPr>
          <p:cNvPr id="5" name="Footer Placeholder 4"/>
          <p:cNvSpPr>
            <a:spLocks noGrp="1"/>
          </p:cNvSpPr>
          <p:nvPr>
            <p:ph type="ftr" sz="quarter" idx="3"/>
          </p:nvPr>
        </p:nvSpPr>
        <p:spPr>
          <a:xfrm>
            <a:off x="1340272" y="13285406"/>
            <a:ext cx="10164120" cy="802937"/>
          </a:xfrm>
          <a:prstGeom prst="rect">
            <a:avLst/>
          </a:prstGeom>
        </p:spPr>
        <p:txBody>
          <a:bodyPr vert="horz" lIns="91440" tIns="45720" rIns="91440" bIns="45720" rtlCol="0" anchor="ctr"/>
          <a:lstStyle>
            <a:lvl1pPr algn="l">
              <a:defRPr sz="197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4169336" y="13285406"/>
            <a:ext cx="1127092" cy="802937"/>
          </a:xfrm>
          <a:prstGeom prst="rect">
            <a:avLst/>
          </a:prstGeom>
        </p:spPr>
        <p:txBody>
          <a:bodyPr vert="horz" lIns="91440" tIns="45720" rIns="91440" bIns="45720" rtlCol="0" anchor="ctr"/>
          <a:lstStyle>
            <a:lvl1pPr algn="r">
              <a:defRPr sz="1979">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782054606"/>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131" r:id="rId14"/>
    <p:sldLayoutId id="2147484132" r:id="rId15"/>
    <p:sldLayoutId id="2147484133" r:id="rId16"/>
  </p:sldLayoutIdLst>
  <p:txStyles>
    <p:titleStyle>
      <a:lvl1pPr algn="l" defTabSz="1005200" rtl="0" eaLnBrk="1" latinLnBrk="0" hangingPunct="1">
        <a:spcBef>
          <a:spcPct val="0"/>
        </a:spcBef>
        <a:buNone/>
        <a:defRPr sz="7915"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753900" indent="-753900" algn="l" defTabSz="1005200" rtl="0" eaLnBrk="1" latinLnBrk="0" hangingPunct="1">
        <a:spcBef>
          <a:spcPts val="2199"/>
        </a:spcBef>
        <a:spcAft>
          <a:spcPts val="0"/>
        </a:spcAft>
        <a:buClr>
          <a:schemeClr val="accent1"/>
        </a:buClr>
        <a:buSzPct val="80000"/>
        <a:buFont typeface="Wingdings 3" charset="2"/>
        <a:buChar char=""/>
        <a:defRPr sz="3957" kern="1200">
          <a:solidFill>
            <a:schemeClr val="tx1">
              <a:lumMod val="75000"/>
              <a:lumOff val="25000"/>
            </a:schemeClr>
          </a:solidFill>
          <a:latin typeface="+mn-lt"/>
          <a:ea typeface="+mn-ea"/>
          <a:cs typeface="+mn-cs"/>
        </a:defRPr>
      </a:lvl1pPr>
      <a:lvl2pPr marL="1633450" indent="-628250" algn="l" defTabSz="1005200" rtl="0" eaLnBrk="1" latinLnBrk="0" hangingPunct="1">
        <a:spcBef>
          <a:spcPts val="2199"/>
        </a:spcBef>
        <a:spcAft>
          <a:spcPts val="0"/>
        </a:spcAft>
        <a:buClr>
          <a:schemeClr val="accent1"/>
        </a:buClr>
        <a:buSzPct val="80000"/>
        <a:buFont typeface="Wingdings 3" charset="2"/>
        <a:buChar char=""/>
        <a:defRPr sz="3518" kern="1200">
          <a:solidFill>
            <a:schemeClr val="tx1">
              <a:lumMod val="75000"/>
              <a:lumOff val="25000"/>
            </a:schemeClr>
          </a:solidFill>
          <a:latin typeface="+mn-lt"/>
          <a:ea typeface="+mn-ea"/>
          <a:cs typeface="+mn-cs"/>
        </a:defRPr>
      </a:lvl2pPr>
      <a:lvl3pPr marL="2513000" indent="-502600" algn="l" defTabSz="1005200" rtl="0" eaLnBrk="1" latinLnBrk="0" hangingPunct="1">
        <a:spcBef>
          <a:spcPts val="2199"/>
        </a:spcBef>
        <a:spcAft>
          <a:spcPts val="0"/>
        </a:spcAft>
        <a:buClr>
          <a:schemeClr val="accent1"/>
        </a:buClr>
        <a:buSzPct val="80000"/>
        <a:buFont typeface="Wingdings 3" charset="2"/>
        <a:buChar char=""/>
        <a:defRPr sz="3078" kern="1200">
          <a:solidFill>
            <a:schemeClr val="tx1">
              <a:lumMod val="75000"/>
              <a:lumOff val="25000"/>
            </a:schemeClr>
          </a:solidFill>
          <a:latin typeface="+mn-lt"/>
          <a:ea typeface="+mn-ea"/>
          <a:cs typeface="+mn-cs"/>
        </a:defRPr>
      </a:lvl3pPr>
      <a:lvl4pPr marL="3518200"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4pPr>
      <a:lvl5pPr marL="4523400"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5pPr>
      <a:lvl6pPr marL="5528600"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6pPr>
      <a:lvl7pPr marL="6533799"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7pPr>
      <a:lvl8pPr marL="7538999"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8pPr>
      <a:lvl9pPr marL="8544199" indent="-502600" algn="l" defTabSz="1005200" rtl="0" eaLnBrk="1" latinLnBrk="0" hangingPunct="1">
        <a:spcBef>
          <a:spcPts val="2199"/>
        </a:spcBef>
        <a:spcAft>
          <a:spcPts val="0"/>
        </a:spcAft>
        <a:buClr>
          <a:schemeClr val="accent1"/>
        </a:buClr>
        <a:buSzPct val="80000"/>
        <a:buFont typeface="Wingdings 3" charset="2"/>
        <a:buChar char=""/>
        <a:defRPr sz="2638" kern="1200">
          <a:solidFill>
            <a:schemeClr val="tx1">
              <a:lumMod val="75000"/>
              <a:lumOff val="25000"/>
            </a:schemeClr>
          </a:solidFill>
          <a:latin typeface="+mn-lt"/>
          <a:ea typeface="+mn-ea"/>
          <a:cs typeface="+mn-cs"/>
        </a:defRPr>
      </a:lvl9pPr>
    </p:bodyStyle>
    <p:otherStyle>
      <a:defPPr>
        <a:defRPr lang="en-US"/>
      </a:defPPr>
      <a:lvl1pPr marL="0" algn="l" defTabSz="1005200" rtl="0" eaLnBrk="1" latinLnBrk="0" hangingPunct="1">
        <a:defRPr sz="3957" kern="1200">
          <a:solidFill>
            <a:schemeClr val="tx1"/>
          </a:solidFill>
          <a:latin typeface="+mn-lt"/>
          <a:ea typeface="+mn-ea"/>
          <a:cs typeface="+mn-cs"/>
        </a:defRPr>
      </a:lvl1pPr>
      <a:lvl2pPr marL="1005200" algn="l" defTabSz="1005200" rtl="0" eaLnBrk="1" latinLnBrk="0" hangingPunct="1">
        <a:defRPr sz="3957" kern="1200">
          <a:solidFill>
            <a:schemeClr val="tx1"/>
          </a:solidFill>
          <a:latin typeface="+mn-lt"/>
          <a:ea typeface="+mn-ea"/>
          <a:cs typeface="+mn-cs"/>
        </a:defRPr>
      </a:lvl2pPr>
      <a:lvl3pPr marL="2010400" algn="l" defTabSz="1005200" rtl="0" eaLnBrk="1" latinLnBrk="0" hangingPunct="1">
        <a:defRPr sz="3957" kern="1200">
          <a:solidFill>
            <a:schemeClr val="tx1"/>
          </a:solidFill>
          <a:latin typeface="+mn-lt"/>
          <a:ea typeface="+mn-ea"/>
          <a:cs typeface="+mn-cs"/>
        </a:defRPr>
      </a:lvl3pPr>
      <a:lvl4pPr marL="3015600" algn="l" defTabSz="1005200" rtl="0" eaLnBrk="1" latinLnBrk="0" hangingPunct="1">
        <a:defRPr sz="3957" kern="1200">
          <a:solidFill>
            <a:schemeClr val="tx1"/>
          </a:solidFill>
          <a:latin typeface="+mn-lt"/>
          <a:ea typeface="+mn-ea"/>
          <a:cs typeface="+mn-cs"/>
        </a:defRPr>
      </a:lvl4pPr>
      <a:lvl5pPr marL="4020800" algn="l" defTabSz="1005200" rtl="0" eaLnBrk="1" latinLnBrk="0" hangingPunct="1">
        <a:defRPr sz="3957" kern="1200">
          <a:solidFill>
            <a:schemeClr val="tx1"/>
          </a:solidFill>
          <a:latin typeface="+mn-lt"/>
          <a:ea typeface="+mn-ea"/>
          <a:cs typeface="+mn-cs"/>
        </a:defRPr>
      </a:lvl5pPr>
      <a:lvl6pPr marL="5026000" algn="l" defTabSz="1005200" rtl="0" eaLnBrk="1" latinLnBrk="0" hangingPunct="1">
        <a:defRPr sz="3957" kern="1200">
          <a:solidFill>
            <a:schemeClr val="tx1"/>
          </a:solidFill>
          <a:latin typeface="+mn-lt"/>
          <a:ea typeface="+mn-ea"/>
          <a:cs typeface="+mn-cs"/>
        </a:defRPr>
      </a:lvl6pPr>
      <a:lvl7pPr marL="6031200" algn="l" defTabSz="1005200" rtl="0" eaLnBrk="1" latinLnBrk="0" hangingPunct="1">
        <a:defRPr sz="3957" kern="1200">
          <a:solidFill>
            <a:schemeClr val="tx1"/>
          </a:solidFill>
          <a:latin typeface="+mn-lt"/>
          <a:ea typeface="+mn-ea"/>
          <a:cs typeface="+mn-cs"/>
        </a:defRPr>
      </a:lvl7pPr>
      <a:lvl8pPr marL="7036399" algn="l" defTabSz="1005200" rtl="0" eaLnBrk="1" latinLnBrk="0" hangingPunct="1">
        <a:defRPr sz="3957" kern="1200">
          <a:solidFill>
            <a:schemeClr val="tx1"/>
          </a:solidFill>
          <a:latin typeface="+mn-lt"/>
          <a:ea typeface="+mn-ea"/>
          <a:cs typeface="+mn-cs"/>
        </a:defRPr>
      </a:lvl8pPr>
      <a:lvl9pPr marL="8041599" algn="l" defTabSz="1005200" rtl="0" eaLnBrk="1" latinLnBrk="0" hangingPunct="1">
        <a:defRPr sz="395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bject 65"/>
          <p:cNvSpPr txBox="1"/>
          <p:nvPr/>
        </p:nvSpPr>
        <p:spPr>
          <a:xfrm>
            <a:off x="318666" y="3390438"/>
            <a:ext cx="1969393"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1.</a:t>
            </a:r>
            <a:r>
              <a:rPr b="1" spc="-10" dirty="0">
                <a:solidFill>
                  <a:srgbClr val="5A9AD4"/>
                </a:solidFill>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66" name="object 66"/>
          <p:cNvSpPr txBox="1"/>
          <p:nvPr/>
        </p:nvSpPr>
        <p:spPr>
          <a:xfrm>
            <a:off x="248850" y="4020359"/>
            <a:ext cx="4373279" cy="1769331"/>
          </a:xfrm>
          <a:prstGeom prst="rect">
            <a:avLst/>
          </a:prstGeom>
        </p:spPr>
        <p:txBody>
          <a:bodyPr vert="horz" wrap="square" lIns="0" tIns="31750" rIns="0" bIns="0" rtlCol="0">
            <a:spAutoFit/>
          </a:bodyPr>
          <a:lstStyle/>
          <a:p>
            <a:pPr marL="12700" marR="5080" algn="just">
              <a:lnSpc>
                <a:spcPts val="1530"/>
              </a:lnSpc>
              <a:spcBef>
                <a:spcPts val="250"/>
              </a:spcBef>
            </a:pPr>
            <a:r>
              <a:rPr lang="en-US" dirty="0">
                <a:latin typeface="Times New Roman" panose="02020603050405020304" pitchFamily="18" charset="0"/>
                <a:cs typeface="Times New Roman" panose="02020603050405020304" pitchFamily="18" charset="0"/>
              </a:rPr>
              <a:t>The</a:t>
            </a:r>
            <a:r>
              <a:rPr lang="en-US" b="1" dirty="0">
                <a:latin typeface="Times New Roman" panose="02020603050405020304" pitchFamily="18" charset="0"/>
                <a:cs typeface="Times New Roman" panose="02020603050405020304" pitchFamily="18" charset="0"/>
              </a:rPr>
              <a:t> Bangla Quiz App</a:t>
            </a:r>
            <a:r>
              <a:rPr lang="en-US" dirty="0">
                <a:latin typeface="Times New Roman" panose="02020603050405020304" pitchFamily="18" charset="0"/>
                <a:cs typeface="Times New Roman" panose="02020603050405020304" pitchFamily="18" charset="0"/>
              </a:rPr>
              <a:t> is a desktop-based quiz application developed using </a:t>
            </a:r>
            <a:r>
              <a:rPr lang="en-US" b="1" dirty="0">
                <a:latin typeface="Times New Roman" panose="02020603050405020304" pitchFamily="18" charset="0"/>
                <a:cs typeface="Times New Roman" panose="02020603050405020304" pitchFamily="18" charset="0"/>
              </a:rPr>
              <a:t>Java Swing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MySQL</a:t>
            </a:r>
            <a:r>
              <a:rPr lang="en-US" dirty="0">
                <a:latin typeface="Times New Roman" panose="02020603050405020304" pitchFamily="18" charset="0"/>
                <a:cs typeface="Times New Roman" panose="02020603050405020304" pitchFamily="18" charset="0"/>
              </a:rPr>
              <a:t> to address this issue. The application provides a fully Bengali-language interface where users can participate in quizzes, receive instant feedback, and have their results stored securely. This project highlights the practical use of GUI programming, event handling, and database connectivity in Java..</a:t>
            </a:r>
            <a:endParaRPr dirty="0">
              <a:latin typeface="Times New Roman" panose="02020603050405020304" pitchFamily="18" charset="0"/>
              <a:cs typeface="Times New Roman" panose="02020603050405020304" pitchFamily="18" charset="0"/>
            </a:endParaRPr>
          </a:p>
        </p:txBody>
      </p:sp>
      <p:sp>
        <p:nvSpPr>
          <p:cNvPr id="67" name="object 67"/>
          <p:cNvSpPr txBox="1"/>
          <p:nvPr/>
        </p:nvSpPr>
        <p:spPr>
          <a:xfrm>
            <a:off x="256274" y="6217265"/>
            <a:ext cx="3473767"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2.</a:t>
            </a:r>
            <a:r>
              <a:rPr b="1" spc="5" dirty="0">
                <a:solidFill>
                  <a:srgbClr val="5A9AD4"/>
                </a:solidFill>
                <a:latin typeface="Times New Roman" panose="02020603050405020304" pitchFamily="18" charset="0"/>
                <a:cs typeface="Times New Roman" panose="02020603050405020304" pitchFamily="18" charset="0"/>
              </a:rPr>
              <a:t> </a:t>
            </a:r>
            <a:r>
              <a:rPr b="1" dirty="0">
                <a:solidFill>
                  <a:srgbClr val="5A9AD4"/>
                </a:solidFill>
                <a:latin typeface="Times New Roman" panose="02020603050405020304" pitchFamily="18" charset="0"/>
                <a:cs typeface="Times New Roman" panose="02020603050405020304" pitchFamily="18" charset="0"/>
              </a:rPr>
              <a:t>Project</a:t>
            </a:r>
            <a:r>
              <a:rPr b="1" spc="5" dirty="0">
                <a:solidFill>
                  <a:srgbClr val="5A9AD4"/>
                </a:solidFill>
                <a:latin typeface="Times New Roman" panose="02020603050405020304" pitchFamily="18" charset="0"/>
                <a:cs typeface="Times New Roman" panose="02020603050405020304" pitchFamily="18" charset="0"/>
              </a:rPr>
              <a:t> </a:t>
            </a:r>
            <a:r>
              <a:rPr b="1" spc="-10" dirty="0">
                <a:solidFill>
                  <a:srgbClr val="5A9AD4"/>
                </a:solidFill>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sp>
        <p:nvSpPr>
          <p:cNvPr id="68" name="object 68"/>
          <p:cNvSpPr txBox="1"/>
          <p:nvPr/>
        </p:nvSpPr>
        <p:spPr>
          <a:xfrm>
            <a:off x="212543" y="6692150"/>
            <a:ext cx="4328599" cy="1694053"/>
          </a:xfrm>
          <a:prstGeom prst="rect">
            <a:avLst/>
          </a:prstGeom>
        </p:spPr>
        <p:txBody>
          <a:bodyPr vert="horz" wrap="square" lIns="0" tIns="31750" rIns="0" bIns="0" rtlCol="0">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 Bengali-language quiz application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a user-friendly graphical interface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quiz results securely in a database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instant feedback and score calculation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Demonstrate Java GUI and database connectivity skills</a:t>
            </a:r>
          </a:p>
        </p:txBody>
      </p:sp>
      <p:sp>
        <p:nvSpPr>
          <p:cNvPr id="69" name="object 69"/>
          <p:cNvSpPr txBox="1"/>
          <p:nvPr/>
        </p:nvSpPr>
        <p:spPr>
          <a:xfrm>
            <a:off x="318666" y="8712343"/>
            <a:ext cx="5407808"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3.</a:t>
            </a:r>
            <a:r>
              <a:rPr b="1" spc="-5" dirty="0">
                <a:solidFill>
                  <a:srgbClr val="5A9AD4"/>
                </a:solidFill>
                <a:latin typeface="Times New Roman" panose="02020603050405020304" pitchFamily="18" charset="0"/>
                <a:cs typeface="Times New Roman" panose="02020603050405020304" pitchFamily="18" charset="0"/>
              </a:rPr>
              <a:t> </a:t>
            </a:r>
            <a:r>
              <a:rPr b="1" spc="-10" dirty="0">
                <a:solidFill>
                  <a:srgbClr val="5A9AD4"/>
                </a:solidFill>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p:txBody>
      </p:sp>
      <p:sp>
        <p:nvSpPr>
          <p:cNvPr id="70" name="object 70"/>
          <p:cNvSpPr txBox="1"/>
          <p:nvPr/>
        </p:nvSpPr>
        <p:spPr>
          <a:xfrm>
            <a:off x="212543" y="9145277"/>
            <a:ext cx="4284980" cy="3633046"/>
          </a:xfrm>
          <a:prstGeom prst="rect">
            <a:avLst/>
          </a:prstGeom>
        </p:spPr>
        <p:txBody>
          <a:bodyPr vert="horz" wrap="square" lIns="0" tIns="31750" rIns="0" bIns="0" rtlCol="0">
            <a:spAutoFit/>
          </a:bodyPr>
          <a:lstStyle/>
          <a:p>
            <a:r>
              <a:rPr lang="en-US" dirty="0">
                <a:latin typeface="Times New Roman" panose="02020603050405020304" pitchFamily="18" charset="0"/>
                <a:cs typeface="Times New Roman" panose="02020603050405020304" pitchFamily="18" charset="0"/>
              </a:rPr>
              <a:t>The project is developed following a modular approach. The graphical user interface is created using </a:t>
            </a:r>
            <a:r>
              <a:rPr lang="en-US" b="1" dirty="0">
                <a:latin typeface="Times New Roman" panose="02020603050405020304" pitchFamily="18" charset="0"/>
                <a:cs typeface="Times New Roman" panose="02020603050405020304" pitchFamily="18" charset="0"/>
              </a:rPr>
              <a:t>Java Swing</a:t>
            </a:r>
            <a:r>
              <a:rPr lang="en-US" dirty="0">
                <a:latin typeface="Times New Roman" panose="02020603050405020304" pitchFamily="18" charset="0"/>
                <a:cs typeface="Times New Roman" panose="02020603050405020304" pitchFamily="18" charset="0"/>
              </a:rPr>
              <a:t>, where multiple panels are managed with </a:t>
            </a:r>
            <a:r>
              <a:rPr lang="en-US" b="1" dirty="0" err="1">
                <a:latin typeface="Times New Roman" panose="02020603050405020304" pitchFamily="18" charset="0"/>
                <a:cs typeface="Times New Roman" panose="02020603050405020304" pitchFamily="18" charset="0"/>
              </a:rPr>
              <a:t>CardLayout</a:t>
            </a:r>
            <a:r>
              <a:rPr lang="en-US" dirty="0">
                <a:latin typeface="Times New Roman" panose="02020603050405020304" pitchFamily="18" charset="0"/>
                <a:cs typeface="Times New Roman" panose="02020603050405020304" pitchFamily="18" charset="0"/>
              </a:rPr>
              <a:t> for smooth navigation. Quiz logic, answer validation, and score calculation are handled within the application layer.</a:t>
            </a:r>
          </a:p>
          <a:p>
            <a:r>
              <a:rPr lang="en-US" dirty="0">
                <a:latin typeface="Times New Roman" panose="02020603050405020304" pitchFamily="18" charset="0"/>
                <a:cs typeface="Times New Roman" panose="02020603050405020304" pitchFamily="18" charset="0"/>
              </a:rPr>
              <a:t>For data storage, </a:t>
            </a:r>
            <a:r>
              <a:rPr lang="en-US" b="1" dirty="0">
                <a:latin typeface="Times New Roman" panose="02020603050405020304" pitchFamily="18" charset="0"/>
                <a:cs typeface="Times New Roman" panose="02020603050405020304" pitchFamily="18" charset="0"/>
              </a:rPr>
              <a:t>JDBC</a:t>
            </a:r>
            <a:r>
              <a:rPr lang="en-US" dirty="0">
                <a:latin typeface="Times New Roman" panose="02020603050405020304" pitchFamily="18" charset="0"/>
                <a:cs typeface="Times New Roman" panose="02020603050405020304" pitchFamily="18" charset="0"/>
              </a:rPr>
              <a:t> is used to connect the Java application with a </a:t>
            </a:r>
            <a:r>
              <a:rPr lang="en-US" b="1" dirty="0">
                <a:latin typeface="Times New Roman" panose="02020603050405020304" pitchFamily="18" charset="0"/>
                <a:cs typeface="Times New Roman" panose="02020603050405020304" pitchFamily="18" charset="0"/>
              </a:rPr>
              <a:t>MySQL</a:t>
            </a:r>
            <a:r>
              <a:rPr lang="en-US" dirty="0">
                <a:latin typeface="Times New Roman" panose="02020603050405020304" pitchFamily="18" charset="0"/>
                <a:cs typeface="Times New Roman" panose="02020603050405020304" pitchFamily="18" charset="0"/>
              </a:rPr>
              <a:t> database. After the quiz is completed, user information and scores are validated and stored in the database using prepared statements to maintain data accuracy and security.</a:t>
            </a:r>
          </a:p>
        </p:txBody>
      </p:sp>
      <p:sp>
        <p:nvSpPr>
          <p:cNvPr id="71" name="object 71"/>
          <p:cNvSpPr txBox="1"/>
          <p:nvPr/>
        </p:nvSpPr>
        <p:spPr>
          <a:xfrm>
            <a:off x="212543" y="12950289"/>
            <a:ext cx="4237549"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4.</a:t>
            </a:r>
            <a:r>
              <a:rPr b="1" spc="5" dirty="0">
                <a:solidFill>
                  <a:srgbClr val="5A9AD4"/>
                </a:solidFill>
                <a:latin typeface="Times New Roman" panose="02020603050405020304" pitchFamily="18" charset="0"/>
                <a:cs typeface="Times New Roman" panose="02020603050405020304" pitchFamily="18" charset="0"/>
              </a:rPr>
              <a:t> </a:t>
            </a:r>
            <a:r>
              <a:rPr b="1" dirty="0">
                <a:solidFill>
                  <a:srgbClr val="5A9AD4"/>
                </a:solidFill>
                <a:latin typeface="Times New Roman" panose="02020603050405020304" pitchFamily="18" charset="0"/>
                <a:cs typeface="Times New Roman" panose="02020603050405020304" pitchFamily="18" charset="0"/>
              </a:rPr>
              <a:t>System</a:t>
            </a:r>
            <a:r>
              <a:rPr b="1" spc="-45" dirty="0">
                <a:solidFill>
                  <a:srgbClr val="5A9AD4"/>
                </a:solidFill>
                <a:latin typeface="Times New Roman" panose="02020603050405020304" pitchFamily="18" charset="0"/>
                <a:cs typeface="Times New Roman" panose="02020603050405020304" pitchFamily="18" charset="0"/>
              </a:rPr>
              <a:t> </a:t>
            </a:r>
            <a:r>
              <a:rPr b="1" spc="-10" dirty="0">
                <a:solidFill>
                  <a:srgbClr val="5A9AD4"/>
                </a:solidFill>
                <a:latin typeface="Times New Roman" panose="02020603050405020304" pitchFamily="18" charset="0"/>
                <a:cs typeface="Times New Roman" panose="02020603050405020304" pitchFamily="18" charset="0"/>
              </a:rPr>
              <a:t>Architecture:</a:t>
            </a:r>
            <a:endParaRPr dirty="0">
              <a:latin typeface="Times New Roman" panose="02020603050405020304" pitchFamily="18" charset="0"/>
              <a:cs typeface="Times New Roman" panose="02020603050405020304" pitchFamily="18" charset="0"/>
            </a:endParaRPr>
          </a:p>
        </p:txBody>
      </p:sp>
      <p:sp>
        <p:nvSpPr>
          <p:cNvPr id="72" name="object 72"/>
          <p:cNvSpPr txBox="1"/>
          <p:nvPr/>
        </p:nvSpPr>
        <p:spPr>
          <a:xfrm>
            <a:off x="5382884" y="3696593"/>
            <a:ext cx="4091304" cy="2802049"/>
          </a:xfrm>
          <a:prstGeom prst="rect">
            <a:avLst/>
          </a:prstGeom>
        </p:spPr>
        <p:txBody>
          <a:bodyPr vert="horz" wrap="square" lIns="0" tIns="31750" rIns="0" bIns="0" rtlCol="0">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Presentation Layer:</a:t>
            </a:r>
            <a:r>
              <a:rPr lang="en-US" dirty="0">
                <a:latin typeface="Times New Roman" panose="02020603050405020304" pitchFamily="18" charset="0"/>
                <a:cs typeface="Times New Roman" panose="02020603050405020304" pitchFamily="18" charset="0"/>
              </a:rPr>
              <a:t> Handles user interaction through Java Swing components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Application Layer:</a:t>
            </a:r>
            <a:r>
              <a:rPr lang="en-US" dirty="0">
                <a:latin typeface="Times New Roman" panose="02020603050405020304" pitchFamily="18" charset="0"/>
                <a:cs typeface="Times New Roman" panose="02020603050405020304" pitchFamily="18" charset="0"/>
              </a:rPr>
              <a:t> Manages quiz logic, validation, and score processing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Layer:</a:t>
            </a:r>
            <a:r>
              <a:rPr lang="en-US" dirty="0">
                <a:latin typeface="Times New Roman" panose="02020603050405020304" pitchFamily="18" charset="0"/>
                <a:cs typeface="Times New Roman" panose="02020603050405020304" pitchFamily="18" charset="0"/>
              </a:rPr>
              <a:t> Stores user information and quiz results in a MySQL database accessed via JDBC</a:t>
            </a:r>
          </a:p>
          <a:p>
            <a:r>
              <a:rPr lang="en-US" dirty="0">
                <a:latin typeface="Times New Roman" panose="02020603050405020304" pitchFamily="18" charset="0"/>
                <a:cs typeface="Times New Roman" panose="02020603050405020304" pitchFamily="18" charset="0"/>
              </a:rPr>
              <a:t>This architectural design separates different responsibilities and makes the system easier to manage and extend.</a:t>
            </a:r>
          </a:p>
        </p:txBody>
      </p:sp>
      <p:grpSp>
        <p:nvGrpSpPr>
          <p:cNvPr id="73" name="object 73"/>
          <p:cNvGrpSpPr/>
          <p:nvPr/>
        </p:nvGrpSpPr>
        <p:grpSpPr>
          <a:xfrm>
            <a:off x="10882665" y="8595263"/>
            <a:ext cx="8653320" cy="5897452"/>
            <a:chOff x="4393285" y="5687514"/>
            <a:chExt cx="8653320" cy="5897452"/>
          </a:xfrm>
        </p:grpSpPr>
        <p:pic>
          <p:nvPicPr>
            <p:cNvPr id="77" name="object 77"/>
            <p:cNvPicPr/>
            <p:nvPr/>
          </p:nvPicPr>
          <p:blipFill>
            <a:blip r:embed="rId2" cstate="print"/>
            <a:stretch>
              <a:fillRect/>
            </a:stretch>
          </p:blipFill>
          <p:spPr>
            <a:xfrm>
              <a:off x="11689297" y="5687514"/>
              <a:ext cx="1357308" cy="1373660"/>
            </a:xfrm>
            <a:prstGeom prst="rect">
              <a:avLst/>
            </a:prstGeom>
          </p:spPr>
        </p:pic>
        <p:pic>
          <p:nvPicPr>
            <p:cNvPr id="78" name="object 78"/>
            <p:cNvPicPr/>
            <p:nvPr/>
          </p:nvPicPr>
          <p:blipFill>
            <a:blip r:embed="rId3">
              <a:extLst>
                <a:ext uri="{28A0092B-C50C-407E-A947-70E740481C1C}">
                  <a14:useLocalDpi xmlns:a14="http://schemas.microsoft.com/office/drawing/2010/main" val="0"/>
                </a:ext>
              </a:extLst>
            </a:blip>
            <a:srcRect/>
            <a:stretch/>
          </p:blipFill>
          <p:spPr>
            <a:xfrm>
              <a:off x="4416062" y="9386082"/>
              <a:ext cx="4086852" cy="2198884"/>
            </a:xfrm>
            <a:prstGeom prst="rect">
              <a:avLst/>
            </a:prstGeom>
          </p:spPr>
        </p:pic>
        <p:pic>
          <p:nvPicPr>
            <p:cNvPr id="79" name="object 79"/>
            <p:cNvPicPr/>
            <p:nvPr/>
          </p:nvPicPr>
          <p:blipFill>
            <a:blip r:embed="rId4">
              <a:extLst>
                <a:ext uri="{28A0092B-C50C-407E-A947-70E740481C1C}">
                  <a14:useLocalDpi xmlns:a14="http://schemas.microsoft.com/office/drawing/2010/main" val="0"/>
                </a:ext>
              </a:extLst>
            </a:blip>
            <a:srcRect/>
            <a:stretch/>
          </p:blipFill>
          <p:spPr>
            <a:xfrm>
              <a:off x="4393285" y="6841828"/>
              <a:ext cx="4086852" cy="2292685"/>
            </a:xfrm>
            <a:prstGeom prst="rect">
              <a:avLst/>
            </a:prstGeom>
          </p:spPr>
        </p:pic>
      </p:grpSp>
      <p:sp>
        <p:nvSpPr>
          <p:cNvPr id="81" name="object 81"/>
          <p:cNvSpPr txBox="1"/>
          <p:nvPr/>
        </p:nvSpPr>
        <p:spPr>
          <a:xfrm>
            <a:off x="5382884" y="6566227"/>
            <a:ext cx="4264390"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5.</a:t>
            </a:r>
            <a:r>
              <a:rPr b="1" spc="5" dirty="0">
                <a:solidFill>
                  <a:srgbClr val="5A9AD4"/>
                </a:solidFill>
                <a:latin typeface="Times New Roman" panose="02020603050405020304" pitchFamily="18" charset="0"/>
                <a:cs typeface="Times New Roman" panose="02020603050405020304" pitchFamily="18" charset="0"/>
              </a:rPr>
              <a:t> </a:t>
            </a:r>
            <a:r>
              <a:rPr b="1" dirty="0">
                <a:solidFill>
                  <a:srgbClr val="5A9AD4"/>
                </a:solidFill>
                <a:latin typeface="Times New Roman" panose="02020603050405020304" pitchFamily="18" charset="0"/>
                <a:cs typeface="Times New Roman" panose="02020603050405020304" pitchFamily="18" charset="0"/>
              </a:rPr>
              <a:t>System</a:t>
            </a:r>
            <a:r>
              <a:rPr b="1" spc="5" dirty="0">
                <a:solidFill>
                  <a:srgbClr val="5A9AD4"/>
                </a:solidFill>
                <a:latin typeface="Times New Roman" panose="02020603050405020304" pitchFamily="18" charset="0"/>
                <a:cs typeface="Times New Roman" panose="02020603050405020304" pitchFamily="18" charset="0"/>
              </a:rPr>
              <a:t> </a:t>
            </a:r>
            <a:r>
              <a:rPr b="1" spc="-10" dirty="0">
                <a:solidFill>
                  <a:srgbClr val="5A9AD4"/>
                </a:solidFill>
                <a:latin typeface="Times New Roman" panose="02020603050405020304" pitchFamily="18" charset="0"/>
                <a:cs typeface="Times New Roman" panose="02020603050405020304" pitchFamily="18" charset="0"/>
              </a:rPr>
              <a:t>Workflow:</a:t>
            </a:r>
            <a:endParaRPr dirty="0">
              <a:latin typeface="Times New Roman" panose="02020603050405020304" pitchFamily="18" charset="0"/>
              <a:cs typeface="Times New Roman" panose="02020603050405020304" pitchFamily="18" charset="0"/>
            </a:endParaRPr>
          </a:p>
        </p:txBody>
      </p:sp>
      <p:sp>
        <p:nvSpPr>
          <p:cNvPr id="83" name="object 83"/>
          <p:cNvSpPr txBox="1"/>
          <p:nvPr/>
        </p:nvSpPr>
        <p:spPr>
          <a:xfrm>
            <a:off x="5507504" y="10176371"/>
            <a:ext cx="3842064" cy="3829253"/>
          </a:xfrm>
          <a:prstGeom prst="rect">
            <a:avLst/>
          </a:prstGeom>
        </p:spPr>
        <p:txBody>
          <a:bodyPr vert="horz" wrap="square" lIns="0" tIns="111760" rIns="0" bIns="0" rtlCol="0">
            <a:spAutoFit/>
          </a:bodyPr>
          <a:lstStyle/>
          <a:p>
            <a:pPr marL="243204" indent="-205104">
              <a:lnSpc>
                <a:spcPct val="100000"/>
              </a:lnSpc>
              <a:spcBef>
                <a:spcPts val="880"/>
              </a:spcBef>
              <a:buAutoNum type="arabicPeriod" startAt="6"/>
              <a:tabLst>
                <a:tab pos="243204" algn="l"/>
              </a:tabLst>
            </a:pPr>
            <a:r>
              <a:rPr b="1" dirty="0">
                <a:solidFill>
                  <a:srgbClr val="5A9AD4"/>
                </a:solidFill>
                <a:latin typeface="Times New Roman" panose="02020603050405020304" pitchFamily="18" charset="0"/>
                <a:cs typeface="Times New Roman" panose="02020603050405020304" pitchFamily="18" charset="0"/>
              </a:rPr>
              <a:t>Database</a:t>
            </a:r>
            <a:r>
              <a:rPr b="1" spc="-20" dirty="0">
                <a:solidFill>
                  <a:srgbClr val="5A9AD4"/>
                </a:solidFill>
                <a:latin typeface="Times New Roman" panose="02020603050405020304" pitchFamily="18" charset="0"/>
                <a:cs typeface="Times New Roman" panose="02020603050405020304" pitchFamily="18" charset="0"/>
              </a:rPr>
              <a:t> </a:t>
            </a:r>
            <a:r>
              <a:rPr b="1" spc="-10" dirty="0">
                <a:solidFill>
                  <a:srgbClr val="5A9AD4"/>
                </a:solidFill>
                <a:latin typeface="Times New Roman" panose="02020603050405020304" pitchFamily="18" charset="0"/>
                <a:cs typeface="Times New Roman" panose="02020603050405020304" pitchFamily="18" charset="0"/>
              </a:rPr>
              <a:t>Schema:</a:t>
            </a:r>
            <a:endParaRPr lang="en-US" b="1" spc="-10" dirty="0">
              <a:solidFill>
                <a:srgbClr val="5A9AD4"/>
              </a:solidFill>
              <a:latin typeface="Times New Roman" panose="02020603050405020304" pitchFamily="18" charset="0"/>
              <a:cs typeface="Times New Roman" panose="02020603050405020304" pitchFamily="18" charset="0"/>
            </a:endParaRPr>
          </a:p>
          <a:p>
            <a:pPr marL="38100">
              <a:lnSpc>
                <a:spcPct val="100000"/>
              </a:lnSpc>
              <a:spcBef>
                <a:spcPts val="880"/>
              </a:spcBef>
              <a:tabLst>
                <a:tab pos="243204" algn="l"/>
              </a:tabLst>
            </a:pPr>
            <a:endParaRP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system uses a MySQL database with a table named </a:t>
            </a:r>
            <a:r>
              <a:rPr lang="en-US" b="1" dirty="0">
                <a:latin typeface="Times New Roman" panose="02020603050405020304" pitchFamily="18" charset="0"/>
                <a:cs typeface="Times New Roman" panose="02020603050405020304" pitchFamily="18" charset="0"/>
              </a:rPr>
              <a:t>scores</a:t>
            </a:r>
            <a:r>
              <a:rPr lang="en-US" dirty="0">
                <a:latin typeface="Times New Roman" panose="02020603050405020304" pitchFamily="18" charset="0"/>
                <a:cs typeface="Times New Roman" panose="02020603050405020304" pitchFamily="18" charset="0"/>
              </a:rPr>
              <a:t> to store quiz information.</a:t>
            </a:r>
          </a:p>
          <a:p>
            <a:r>
              <a:rPr lang="en-US" b="1" dirty="0">
                <a:latin typeface="Times New Roman" panose="02020603050405020304" pitchFamily="18" charset="0"/>
                <a:cs typeface="Times New Roman" panose="02020603050405020304" pitchFamily="18" charset="0"/>
              </a:rPr>
              <a:t>Table: scores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name:</a:t>
            </a:r>
            <a:r>
              <a:rPr lang="en-US" dirty="0">
                <a:latin typeface="Times New Roman" panose="02020603050405020304" pitchFamily="18" charset="0"/>
                <a:cs typeface="Times New Roman" panose="02020603050405020304" pitchFamily="18" charset="0"/>
              </a:rPr>
              <a:t> Stores the user’s name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email:</a:t>
            </a:r>
            <a:r>
              <a:rPr lang="en-US" dirty="0">
                <a:latin typeface="Times New Roman" panose="02020603050405020304" pitchFamily="18" charset="0"/>
                <a:cs typeface="Times New Roman" panose="02020603050405020304" pitchFamily="18" charset="0"/>
              </a:rPr>
              <a:t> Stores the user’s email address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q1 – q5:</a:t>
            </a:r>
            <a:r>
              <a:rPr lang="en-US" dirty="0">
                <a:latin typeface="Times New Roman" panose="02020603050405020304" pitchFamily="18" charset="0"/>
                <a:cs typeface="Times New Roman" panose="02020603050405020304" pitchFamily="18" charset="0"/>
              </a:rPr>
              <a:t> Stores individual question results (correct or incorrect)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total:</a:t>
            </a:r>
            <a:r>
              <a:rPr lang="en-US" dirty="0">
                <a:latin typeface="Times New Roman" panose="02020603050405020304" pitchFamily="18" charset="0"/>
                <a:cs typeface="Times New Roman" panose="02020603050405020304" pitchFamily="18" charset="0"/>
              </a:rPr>
              <a:t> Stores the final quiz score</a:t>
            </a:r>
          </a:p>
          <a:p>
            <a:r>
              <a:rPr lang="en-US" dirty="0">
                <a:latin typeface="Times New Roman" panose="02020603050405020304" pitchFamily="18" charset="0"/>
                <a:cs typeface="Times New Roman" panose="02020603050405020304" pitchFamily="18" charset="0"/>
              </a:rPr>
              <a:t>This database structure ensures organized and efficient storage of quiz data.</a:t>
            </a:r>
          </a:p>
        </p:txBody>
      </p:sp>
      <p:sp>
        <p:nvSpPr>
          <p:cNvPr id="84" name="object 84"/>
          <p:cNvSpPr txBox="1"/>
          <p:nvPr/>
        </p:nvSpPr>
        <p:spPr>
          <a:xfrm rot="10800000" flipV="1">
            <a:off x="10973212" y="3390439"/>
            <a:ext cx="3505150" cy="291746"/>
          </a:xfrm>
          <a:prstGeom prst="rect">
            <a:avLst/>
          </a:prstGeom>
        </p:spPr>
        <p:txBody>
          <a:bodyPr vert="horz" wrap="square" lIns="0" tIns="14604" rIns="0" bIns="0" rtlCol="0">
            <a:spAutoFit/>
          </a:bodyPr>
          <a:lstStyle/>
          <a:p>
            <a:pPr marL="12700">
              <a:lnSpc>
                <a:spcPct val="100000"/>
              </a:lnSpc>
              <a:spcBef>
                <a:spcPts val="114"/>
              </a:spcBef>
            </a:pPr>
            <a:r>
              <a:rPr b="1" dirty="0">
                <a:solidFill>
                  <a:srgbClr val="5A9AD4"/>
                </a:solidFill>
                <a:latin typeface="Times New Roman" panose="02020603050405020304" pitchFamily="18" charset="0"/>
                <a:cs typeface="Times New Roman" panose="02020603050405020304" pitchFamily="18" charset="0"/>
              </a:rPr>
              <a:t>7.</a:t>
            </a:r>
            <a:r>
              <a:rPr b="1" spc="-5" dirty="0">
                <a:solidFill>
                  <a:srgbClr val="5A9AD4"/>
                </a:solidFill>
                <a:latin typeface="Times New Roman" panose="02020603050405020304" pitchFamily="18" charset="0"/>
                <a:cs typeface="Times New Roman" panose="02020603050405020304" pitchFamily="18" charset="0"/>
              </a:rPr>
              <a:t> </a:t>
            </a:r>
            <a:r>
              <a:rPr b="1" dirty="0">
                <a:solidFill>
                  <a:srgbClr val="5A9AD4"/>
                </a:solidFill>
                <a:latin typeface="Times New Roman" panose="02020603050405020304" pitchFamily="18" charset="0"/>
                <a:cs typeface="Times New Roman" panose="02020603050405020304" pitchFamily="18" charset="0"/>
              </a:rPr>
              <a:t>Leaderboard </a:t>
            </a:r>
            <a:r>
              <a:rPr b="1" spc="-10" dirty="0">
                <a:solidFill>
                  <a:srgbClr val="5A9AD4"/>
                </a:solidFill>
                <a:latin typeface="Times New Roman" panose="02020603050405020304" pitchFamily="18" charset="0"/>
                <a:cs typeface="Times New Roman" panose="02020603050405020304" pitchFamily="18" charset="0"/>
              </a:rPr>
              <a:t>Logic:</a:t>
            </a:r>
            <a:endParaRPr dirty="0">
              <a:latin typeface="Times New Roman" panose="02020603050405020304" pitchFamily="18" charset="0"/>
              <a:cs typeface="Times New Roman" panose="02020603050405020304" pitchFamily="18" charset="0"/>
            </a:endParaRPr>
          </a:p>
        </p:txBody>
      </p:sp>
      <p:sp>
        <p:nvSpPr>
          <p:cNvPr id="85" name="object 85"/>
          <p:cNvSpPr txBox="1"/>
          <p:nvPr/>
        </p:nvSpPr>
        <p:spPr>
          <a:xfrm>
            <a:off x="10900669" y="4057607"/>
            <a:ext cx="3919220" cy="1192249"/>
          </a:xfrm>
          <a:prstGeom prst="rect">
            <a:avLst/>
          </a:prstGeom>
        </p:spPr>
        <p:txBody>
          <a:bodyPr vert="horz" wrap="square" lIns="0" tIns="31750" rIns="0" bIns="0" rtlCol="0">
            <a:spAutoFit/>
          </a:bodyPr>
          <a:lstStyle/>
          <a:p>
            <a:pPr marL="12700" marR="5080" algn="just">
              <a:lnSpc>
                <a:spcPts val="1530"/>
              </a:lnSpc>
              <a:spcBef>
                <a:spcPts val="250"/>
              </a:spcBef>
            </a:pPr>
            <a:r>
              <a:rPr dirty="0">
                <a:latin typeface="Times New Roman" panose="02020603050405020304" pitchFamily="18" charset="0"/>
                <a:cs typeface="Times New Roman" panose="02020603050405020304" pitchFamily="18" charset="0"/>
              </a:rPr>
              <a:t>The</a:t>
            </a:r>
            <a:r>
              <a:rPr spc="30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Leaderboard</a:t>
            </a:r>
            <a:r>
              <a:rPr spc="30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system</a:t>
            </a:r>
            <a:r>
              <a:rPr spc="30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executes</a:t>
            </a:r>
            <a:r>
              <a:rPr spc="30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a:t>
            </a:r>
            <a:r>
              <a:rPr spc="30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optimized </a:t>
            </a:r>
            <a:r>
              <a:rPr dirty="0">
                <a:latin typeface="Times New Roman" panose="02020603050405020304" pitchFamily="18" charset="0"/>
                <a:cs typeface="Times New Roman" panose="02020603050405020304" pitchFamily="18" charset="0"/>
              </a:rPr>
              <a:t>SQL</a:t>
            </a:r>
            <a:r>
              <a:rPr spc="1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query</a:t>
            </a:r>
            <a:r>
              <a:rPr spc="2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2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rank</a:t>
            </a:r>
            <a:r>
              <a:rPr spc="2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students.</a:t>
            </a:r>
            <a:r>
              <a:rPr spc="204"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It</a:t>
            </a:r>
            <a:r>
              <a:rPr spc="204"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fetches</a:t>
            </a:r>
            <a:r>
              <a:rPr spc="204"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the </a:t>
            </a:r>
            <a:r>
              <a:rPr dirty="0">
                <a:latin typeface="Times New Roman" panose="02020603050405020304" pitchFamily="18" charset="0"/>
                <a:cs typeface="Times New Roman" panose="02020603050405020304" pitchFamily="18" charset="0"/>
              </a:rPr>
              <a:t>maximum</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score</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each</a:t>
            </a:r>
            <a:r>
              <a:rPr spc="1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user</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17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specific </a:t>
            </a:r>
            <a:r>
              <a:rPr dirty="0">
                <a:latin typeface="Times New Roman" panose="02020603050405020304" pitchFamily="18" charset="0"/>
                <a:cs typeface="Times New Roman" panose="02020603050405020304" pitchFamily="18" charset="0"/>
              </a:rPr>
              <a:t>category</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sorts</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them</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Descending</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Order.</a:t>
            </a:r>
            <a:endParaRPr dirty="0">
              <a:latin typeface="Times New Roman" panose="02020603050405020304" pitchFamily="18" charset="0"/>
              <a:cs typeface="Times New Roman" panose="02020603050405020304" pitchFamily="18" charset="0"/>
            </a:endParaRPr>
          </a:p>
        </p:txBody>
      </p:sp>
      <p:sp>
        <p:nvSpPr>
          <p:cNvPr id="86" name="object 86"/>
          <p:cNvSpPr txBox="1"/>
          <p:nvPr/>
        </p:nvSpPr>
        <p:spPr>
          <a:xfrm>
            <a:off x="10900669" y="5080262"/>
            <a:ext cx="3380104" cy="1007584"/>
          </a:xfrm>
          <a:prstGeom prst="rect">
            <a:avLst/>
          </a:prstGeom>
        </p:spPr>
        <p:txBody>
          <a:bodyPr vert="horz" wrap="square" lIns="0" tIns="69850" rIns="0" bIns="0" rtlCol="0">
            <a:spAutoFit/>
          </a:bodyPr>
          <a:lstStyle/>
          <a:p>
            <a:pPr marL="12700">
              <a:lnSpc>
                <a:spcPct val="100000"/>
              </a:lnSpc>
              <a:spcBef>
                <a:spcPts val="550"/>
              </a:spcBef>
            </a:pPr>
            <a:r>
              <a:rPr dirty="0">
                <a:latin typeface="Times New Roman" panose="02020603050405020304" pitchFamily="18" charset="0"/>
                <a:cs typeface="Times New Roman" panose="02020603050405020304" pitchFamily="18" charset="0"/>
              </a:rPr>
              <a:t>Query</a:t>
            </a:r>
            <a:r>
              <a:rPr spc="3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Logic:</a:t>
            </a:r>
            <a:endParaRPr dirty="0">
              <a:latin typeface="Times New Roman" panose="02020603050405020304" pitchFamily="18" charset="0"/>
              <a:cs typeface="Times New Roman" panose="02020603050405020304" pitchFamily="18" charset="0"/>
            </a:endParaRPr>
          </a:p>
          <a:p>
            <a:pPr marL="12700" marR="5080">
              <a:lnSpc>
                <a:spcPts val="1530"/>
              </a:lnSpc>
              <a:spcBef>
                <a:spcPts val="585"/>
              </a:spcBef>
            </a:pPr>
            <a:r>
              <a:rPr dirty="0">
                <a:solidFill>
                  <a:srgbClr val="2D74B5"/>
                </a:solidFill>
                <a:latin typeface="Times New Roman" panose="02020603050405020304" pitchFamily="18" charset="0"/>
                <a:cs typeface="Times New Roman" panose="02020603050405020304" pitchFamily="18" charset="0"/>
              </a:rPr>
              <a:t>SELECT</a:t>
            </a:r>
            <a:r>
              <a:rPr spc="50" dirty="0">
                <a:solidFill>
                  <a:srgbClr val="2D74B5"/>
                </a:solidFill>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username,</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score,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category</a:t>
            </a:r>
            <a:r>
              <a:rPr spc="55" dirty="0">
                <a:latin typeface="Times New Roman" panose="02020603050405020304" pitchFamily="18" charset="0"/>
                <a:cs typeface="Times New Roman" panose="02020603050405020304" pitchFamily="18" charset="0"/>
              </a:rPr>
              <a:t> </a:t>
            </a:r>
            <a:r>
              <a:rPr spc="-20" dirty="0">
                <a:solidFill>
                  <a:srgbClr val="2D74B5"/>
                </a:solidFill>
                <a:latin typeface="Times New Roman" panose="02020603050405020304" pitchFamily="18" charset="0"/>
                <a:cs typeface="Times New Roman" panose="02020603050405020304" pitchFamily="18" charset="0"/>
              </a:rPr>
              <a:t>FROM </a:t>
            </a:r>
            <a:r>
              <a:rPr dirty="0">
                <a:latin typeface="Times New Roman" panose="02020603050405020304" pitchFamily="18" charset="0"/>
                <a:cs typeface="Times New Roman" panose="02020603050405020304" pitchFamily="18" charset="0"/>
              </a:rPr>
              <a:t>scores</a:t>
            </a:r>
            <a:r>
              <a:rPr spc="30" dirty="0">
                <a:latin typeface="Times New Roman" panose="02020603050405020304" pitchFamily="18" charset="0"/>
                <a:cs typeface="Times New Roman" panose="02020603050405020304" pitchFamily="18" charset="0"/>
              </a:rPr>
              <a:t> </a:t>
            </a:r>
            <a:r>
              <a:rPr dirty="0">
                <a:solidFill>
                  <a:srgbClr val="2D74B5"/>
                </a:solidFill>
                <a:latin typeface="Times New Roman" panose="02020603050405020304" pitchFamily="18" charset="0"/>
                <a:cs typeface="Times New Roman" panose="02020603050405020304" pitchFamily="18" charset="0"/>
              </a:rPr>
              <a:t>ORDER</a:t>
            </a:r>
            <a:r>
              <a:rPr spc="35" dirty="0">
                <a:solidFill>
                  <a:srgbClr val="2D74B5"/>
                </a:solidFill>
                <a:latin typeface="Times New Roman" panose="02020603050405020304" pitchFamily="18" charset="0"/>
                <a:cs typeface="Times New Roman" panose="02020603050405020304" pitchFamily="18" charset="0"/>
              </a:rPr>
              <a:t> </a:t>
            </a:r>
            <a:r>
              <a:rPr dirty="0">
                <a:solidFill>
                  <a:srgbClr val="2D74B5"/>
                </a:solidFill>
                <a:latin typeface="Times New Roman" panose="02020603050405020304" pitchFamily="18" charset="0"/>
                <a:cs typeface="Times New Roman" panose="02020603050405020304" pitchFamily="18" charset="0"/>
              </a:rPr>
              <a:t>BY</a:t>
            </a:r>
            <a:r>
              <a:rPr spc="35" dirty="0">
                <a:solidFill>
                  <a:srgbClr val="2D74B5"/>
                </a:solidFill>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score</a:t>
            </a:r>
            <a:r>
              <a:rPr spc="35" dirty="0">
                <a:latin typeface="Times New Roman" panose="02020603050405020304" pitchFamily="18" charset="0"/>
                <a:cs typeface="Times New Roman" panose="02020603050405020304" pitchFamily="18" charset="0"/>
              </a:rPr>
              <a:t> </a:t>
            </a:r>
            <a:r>
              <a:rPr spc="-20" dirty="0">
                <a:solidFill>
                  <a:srgbClr val="2D74B5"/>
                </a:solidFill>
                <a:latin typeface="Times New Roman" panose="02020603050405020304" pitchFamily="18" charset="0"/>
                <a:cs typeface="Times New Roman" panose="02020603050405020304" pitchFamily="18" charset="0"/>
              </a:rPr>
              <a:t>DESC</a:t>
            </a:r>
            <a:r>
              <a:rPr spc="-2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87" name="object 87"/>
          <p:cNvSpPr txBox="1"/>
          <p:nvPr/>
        </p:nvSpPr>
        <p:spPr>
          <a:xfrm>
            <a:off x="10900669" y="6139166"/>
            <a:ext cx="1783291" cy="292388"/>
          </a:xfrm>
          <a:prstGeom prst="rect">
            <a:avLst/>
          </a:prstGeom>
        </p:spPr>
        <p:txBody>
          <a:bodyPr vert="horz" wrap="square" lIns="0" tIns="15240" rIns="0" bIns="0" rtlCol="0">
            <a:spAutoFit/>
          </a:bodyPr>
          <a:lstStyle/>
          <a:p>
            <a:pPr marL="12700">
              <a:lnSpc>
                <a:spcPct val="100000"/>
              </a:lnSpc>
              <a:spcBef>
                <a:spcPts val="120"/>
              </a:spcBef>
            </a:pPr>
            <a:r>
              <a:rPr b="1" dirty="0">
                <a:latin typeface="Times New Roman" panose="02020603050405020304" pitchFamily="18" charset="0"/>
                <a:cs typeface="Times New Roman" panose="02020603050405020304" pitchFamily="18" charset="0"/>
              </a:rPr>
              <a:t>In</a:t>
            </a:r>
            <a:r>
              <a:rPr b="1" spc="5"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Databases:</a:t>
            </a:r>
            <a:endParaRPr dirty="0">
              <a:latin typeface="Times New Roman" panose="02020603050405020304" pitchFamily="18" charset="0"/>
              <a:cs typeface="Times New Roman" panose="02020603050405020304" pitchFamily="18" charset="0"/>
            </a:endParaRPr>
          </a:p>
        </p:txBody>
      </p:sp>
      <p:sp>
        <p:nvSpPr>
          <p:cNvPr id="89" name="object 89"/>
          <p:cNvSpPr txBox="1"/>
          <p:nvPr/>
        </p:nvSpPr>
        <p:spPr>
          <a:xfrm>
            <a:off x="15802282" y="3255632"/>
            <a:ext cx="4210685" cy="3300262"/>
          </a:xfrm>
          <a:prstGeom prst="rect">
            <a:avLst/>
          </a:prstGeom>
        </p:spPr>
        <p:txBody>
          <a:bodyPr vert="horz" wrap="square" lIns="0" tIns="123825" rIns="0" bIns="0" rtlCol="0">
            <a:spAutoFit/>
          </a:bodyPr>
          <a:lstStyle/>
          <a:p>
            <a:pPr marL="243204" indent="-205104">
              <a:lnSpc>
                <a:spcPct val="100000"/>
              </a:lnSpc>
              <a:spcBef>
                <a:spcPts val="975"/>
              </a:spcBef>
              <a:buAutoNum type="arabicPeriod" startAt="8"/>
              <a:tabLst>
                <a:tab pos="243204" algn="l"/>
              </a:tabLst>
            </a:pPr>
            <a:r>
              <a:rPr b="1" dirty="0">
                <a:solidFill>
                  <a:srgbClr val="5A9AD4"/>
                </a:solidFill>
                <a:latin typeface="Times New Roman" panose="02020603050405020304" pitchFamily="18" charset="0"/>
                <a:cs typeface="Times New Roman" panose="02020603050405020304" pitchFamily="18" charset="0"/>
              </a:rPr>
              <a:t>Key </a:t>
            </a:r>
            <a:r>
              <a:rPr b="1" spc="-10" dirty="0">
                <a:solidFill>
                  <a:srgbClr val="5A9AD4"/>
                </a:solidFill>
                <a:latin typeface="Times New Roman" panose="02020603050405020304" pitchFamily="18" charset="0"/>
                <a:cs typeface="Times New Roman" panose="02020603050405020304" pitchFamily="18" charset="0"/>
              </a:rPr>
              <a:t>features:</a:t>
            </a:r>
            <a:endParaRPr lang="en-US" b="1" spc="-10" dirty="0">
              <a:solidFill>
                <a:srgbClr val="5A9AD4"/>
              </a:solidFill>
              <a:latin typeface="Times New Roman" panose="02020603050405020304" pitchFamily="18" charset="0"/>
              <a:cs typeface="Times New Roman" panose="02020603050405020304" pitchFamily="18" charset="0"/>
            </a:endParaRPr>
          </a:p>
          <a:p>
            <a:pPr marL="38100">
              <a:lnSpc>
                <a:spcPct val="100000"/>
              </a:lnSpc>
              <a:spcBef>
                <a:spcPts val="975"/>
              </a:spcBef>
              <a:tabLst>
                <a:tab pos="243204" algn="l"/>
              </a:tabLst>
            </a:pPr>
            <a:endParaRP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Bengali-language user interface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Interactive quiz system with instant feedback</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 score calculation and result display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storage of quiz results using MySQL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Simple and easy-to-use design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Input validation and error handling for better reliability</a:t>
            </a:r>
          </a:p>
        </p:txBody>
      </p:sp>
      <p:sp>
        <p:nvSpPr>
          <p:cNvPr id="111" name="TextBox 110">
            <a:extLst>
              <a:ext uri="{FF2B5EF4-FFF2-40B4-BE49-F238E27FC236}">
                <a16:creationId xmlns:a16="http://schemas.microsoft.com/office/drawing/2014/main" id="{B6D08602-4A30-400B-BD51-C229A269FD73}"/>
              </a:ext>
            </a:extLst>
          </p:cNvPr>
          <p:cNvSpPr txBox="1"/>
          <p:nvPr/>
        </p:nvSpPr>
        <p:spPr>
          <a:xfrm>
            <a:off x="4870450" y="287896"/>
            <a:ext cx="6208716" cy="1200329"/>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Developer: Apurba Chandra Roy</a:t>
            </a:r>
          </a:p>
          <a:p>
            <a:r>
              <a:rPr lang="en-US">
                <a:latin typeface="Times New Roman" panose="02020603050405020304" pitchFamily="18" charset="0"/>
                <a:cs typeface="Times New Roman" panose="02020603050405020304" pitchFamily="18" charset="0"/>
              </a:rPr>
              <a:t>ID: IT23031</a:t>
            </a:r>
          </a:p>
          <a:p>
            <a:r>
              <a:rPr lang="en-US">
                <a:latin typeface="Times New Roman" panose="02020603050405020304" pitchFamily="18" charset="0"/>
                <a:cs typeface="Times New Roman" panose="02020603050405020304" pitchFamily="18" charset="0"/>
              </a:rPr>
              <a:t>Department of ICT</a:t>
            </a:r>
          </a:p>
          <a:p>
            <a:r>
              <a:rPr lang="en-US">
                <a:latin typeface="Times New Roman" panose="02020603050405020304" pitchFamily="18" charset="0"/>
                <a:cs typeface="Times New Roman" panose="02020603050405020304" pitchFamily="18" charset="0"/>
              </a:rPr>
              <a:t>Mawlana Bhashani Science and Technology University</a:t>
            </a:r>
            <a:endParaRPr lang="en-US" dirty="0">
              <a:latin typeface="Times New Roman" panose="02020603050405020304" pitchFamily="18" charset="0"/>
              <a:cs typeface="Times New Roman" panose="02020603050405020304" pitchFamily="18" charset="0"/>
            </a:endParaRPr>
          </a:p>
        </p:txBody>
      </p:sp>
      <p:sp>
        <p:nvSpPr>
          <p:cNvPr id="112" name="Rectangle: Rounded Corners 111">
            <a:extLst>
              <a:ext uri="{FF2B5EF4-FFF2-40B4-BE49-F238E27FC236}">
                <a16:creationId xmlns:a16="http://schemas.microsoft.com/office/drawing/2014/main" id="{E2B37791-9E91-4D03-9FB2-F7B019514CC8}"/>
              </a:ext>
            </a:extLst>
          </p:cNvPr>
          <p:cNvSpPr/>
          <p:nvPr/>
        </p:nvSpPr>
        <p:spPr>
          <a:xfrm>
            <a:off x="10424" y="-3711"/>
            <a:ext cx="20104100" cy="2506067"/>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30ECC5AB-20D6-4864-9565-A5D559289877}"/>
              </a:ext>
            </a:extLst>
          </p:cNvPr>
          <p:cNvSpPr txBox="1"/>
          <p:nvPr/>
        </p:nvSpPr>
        <p:spPr>
          <a:xfrm>
            <a:off x="3758046" y="291195"/>
            <a:ext cx="6304428"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Developer: Apurba Chandra Roy</a:t>
            </a:r>
          </a:p>
          <a:p>
            <a:r>
              <a:rPr lang="en-US" dirty="0">
                <a:latin typeface="Times New Roman" panose="02020603050405020304" pitchFamily="18" charset="0"/>
                <a:cs typeface="Times New Roman" panose="02020603050405020304" pitchFamily="18" charset="0"/>
              </a:rPr>
              <a:t>ID: IT23031</a:t>
            </a:r>
          </a:p>
          <a:p>
            <a:r>
              <a:rPr lang="en-US" dirty="0">
                <a:latin typeface="Times New Roman" panose="02020603050405020304" pitchFamily="18" charset="0"/>
                <a:cs typeface="Times New Roman" panose="02020603050405020304" pitchFamily="18" charset="0"/>
              </a:rPr>
              <a:t>Department of ICT</a:t>
            </a:r>
          </a:p>
          <a:p>
            <a:r>
              <a:rPr lang="en-US" dirty="0">
                <a:latin typeface="Times New Roman" panose="02020603050405020304" pitchFamily="18" charset="0"/>
                <a:cs typeface="Times New Roman" panose="02020603050405020304" pitchFamily="18" charset="0"/>
              </a:rPr>
              <a:t>Mawlana Bhashani Science and Technology University</a:t>
            </a:r>
          </a:p>
        </p:txBody>
      </p:sp>
      <p:sp>
        <p:nvSpPr>
          <p:cNvPr id="114" name="TextBox 113">
            <a:extLst>
              <a:ext uri="{FF2B5EF4-FFF2-40B4-BE49-F238E27FC236}">
                <a16:creationId xmlns:a16="http://schemas.microsoft.com/office/drawing/2014/main" id="{3B37C753-B011-4458-BFA6-D344F83384C0}"/>
              </a:ext>
            </a:extLst>
          </p:cNvPr>
          <p:cNvSpPr txBox="1"/>
          <p:nvPr/>
        </p:nvSpPr>
        <p:spPr>
          <a:xfrm>
            <a:off x="10931385" y="242460"/>
            <a:ext cx="7053780" cy="92333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 Bangla Quiz App</a:t>
            </a:r>
          </a:p>
          <a:p>
            <a:pPr algn="ctr"/>
            <a:r>
              <a:rPr lang="en-US" b="1" dirty="0">
                <a:latin typeface="Times New Roman" panose="02020603050405020304" pitchFamily="18" charset="0"/>
                <a:cs typeface="Times New Roman" panose="02020603050405020304" pitchFamily="18" charset="0"/>
              </a:rPr>
              <a:t>A Bengali Language Based Interactive Quiz System</a:t>
            </a:r>
          </a:p>
          <a:p>
            <a:pPr algn="ctr"/>
            <a:r>
              <a:rPr lang="en-US" b="1" dirty="0">
                <a:latin typeface="Times New Roman" panose="02020603050405020304" pitchFamily="18" charset="0"/>
                <a:cs typeface="Times New Roman" panose="02020603050405020304" pitchFamily="18" charset="0"/>
              </a:rPr>
              <a:t>Using Java Swing and MySQL</a:t>
            </a:r>
          </a:p>
        </p:txBody>
      </p:sp>
      <p:pic>
        <p:nvPicPr>
          <p:cNvPr id="116" name="Picture 115">
            <a:extLst>
              <a:ext uri="{FF2B5EF4-FFF2-40B4-BE49-F238E27FC236}">
                <a16:creationId xmlns:a16="http://schemas.microsoft.com/office/drawing/2014/main" id="{3337C914-DD95-42CE-AC95-ECE3ADE77F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5329" y="23500"/>
            <a:ext cx="19029780" cy="1989532"/>
          </a:xfrm>
          <a:prstGeom prst="rect">
            <a:avLst/>
          </a:prstGeom>
        </p:spPr>
      </p:pic>
      <p:sp>
        <p:nvSpPr>
          <p:cNvPr id="120" name="TextBox 119">
            <a:extLst>
              <a:ext uri="{FF2B5EF4-FFF2-40B4-BE49-F238E27FC236}">
                <a16:creationId xmlns:a16="http://schemas.microsoft.com/office/drawing/2014/main" id="{679FBE1B-37BE-4B9D-80EE-C84C5FC28CEC}"/>
              </a:ext>
            </a:extLst>
          </p:cNvPr>
          <p:cNvSpPr txBox="1"/>
          <p:nvPr/>
        </p:nvSpPr>
        <p:spPr>
          <a:xfrm>
            <a:off x="5319520" y="7103543"/>
            <a:ext cx="4086852"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user launches the application and enters basic information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Quiz question are shown one by on the screen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user submits answers for each question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checks the answer and calculator the scores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Quiz results are saved in the databases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user can view previously stored scores when needed</a:t>
            </a:r>
          </a:p>
        </p:txBody>
      </p:sp>
      <p:pic>
        <p:nvPicPr>
          <p:cNvPr id="122" name="Picture 121">
            <a:extLst>
              <a:ext uri="{FF2B5EF4-FFF2-40B4-BE49-F238E27FC236}">
                <a16:creationId xmlns:a16="http://schemas.microsoft.com/office/drawing/2014/main" id="{A70AFA8D-600F-4175-A2E8-2ACA75A556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34398" y="6547809"/>
            <a:ext cx="1796196" cy="1292076"/>
          </a:xfrm>
          <a:prstGeom prst="rect">
            <a:avLst/>
          </a:prstGeom>
        </p:spPr>
      </p:pic>
      <p:pic>
        <p:nvPicPr>
          <p:cNvPr id="124" name="Picture 123">
            <a:extLst>
              <a:ext uri="{FF2B5EF4-FFF2-40B4-BE49-F238E27FC236}">
                <a16:creationId xmlns:a16="http://schemas.microsoft.com/office/drawing/2014/main" id="{D1805856-C90B-4F6F-A3AC-4E118F2008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43672" y="6552351"/>
            <a:ext cx="1426727" cy="1287533"/>
          </a:xfrm>
          <a:prstGeom prst="rect">
            <a:avLst/>
          </a:prstGeom>
        </p:spPr>
      </p:pic>
      <p:pic>
        <p:nvPicPr>
          <p:cNvPr id="127" name="Picture 126">
            <a:extLst>
              <a:ext uri="{FF2B5EF4-FFF2-40B4-BE49-F238E27FC236}">
                <a16:creationId xmlns:a16="http://schemas.microsoft.com/office/drawing/2014/main" id="{796B65B6-A6FA-489A-A41D-F6934680B8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82795" y="6857973"/>
            <a:ext cx="4089366" cy="2506067"/>
          </a:xfrm>
          <a:prstGeom prst="rect">
            <a:avLst/>
          </a:prstGeom>
        </p:spPr>
      </p:pic>
      <p:pic>
        <p:nvPicPr>
          <p:cNvPr id="4" name="Picture 3">
            <a:extLst>
              <a:ext uri="{FF2B5EF4-FFF2-40B4-BE49-F238E27FC236}">
                <a16:creationId xmlns:a16="http://schemas.microsoft.com/office/drawing/2014/main" id="{BF5A7BB4-2AAA-4C29-B5CB-07113625FD4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087633" y="8579340"/>
            <a:ext cx="1725725" cy="1538598"/>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163</TotalTime>
  <Words>520</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Times New Roman</vt:lpstr>
      <vt:lpstr>Trebuchet MS</vt:lpstr>
      <vt:lpstr>Wingdings 3</vt:lpstr>
      <vt:lpstr>Facet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cp:lastModifiedBy>Apurba Chandra Roy</cp:lastModifiedBy>
  <cp:revision>4</cp:revision>
  <dcterms:created xsi:type="dcterms:W3CDTF">2025-12-14T11:14:45Z</dcterms:created>
  <dcterms:modified xsi:type="dcterms:W3CDTF">2025-12-14T15:35:04Z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2025-12-14T00:00:00Z</vt:filetime>
  </property>
  <property fmtid="{D5CDD505-2E9C-101B-9397-08002B2CF9AE}" pid="3" name="Creator">
    <vt:lpwstr>Impress</vt:lpwstr>
  </property>
  <property fmtid="{D5CDD505-2E9C-101B-9397-08002B2CF9AE}" pid="4" name="Producer">
    <vt:lpwstr>LibreOffice 24.2</vt:lpwstr>
  </property>
  <property fmtid="{D5CDD505-2E9C-101B-9397-08002B2CF9AE}" pid="5" name="LastSaved">
    <vt:filetime>2025-12-14T00:00:00Z</vt:filetime>
  </property>
</Properties>
</file>