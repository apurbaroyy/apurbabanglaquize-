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1" r:id="rId1"/>
  </p:sld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7" userDrawn="1">
          <p15:clr>
            <a:srgbClr val="A4A3A4"/>
          </p15:clr>
        </p15:guide>
        <p15:guide id="2" pos="23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59" d="100"/>
          <a:sy n="59" d="100"/>
        </p:scale>
        <p:origin x="2304" y="134"/>
      </p:cViewPr>
      <p:guideLst>
        <p:guide orient="horz" pos="3367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969" y="9979025"/>
            <a:ext cx="7557707" cy="7127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0" y="9875375"/>
            <a:ext cx="7557707" cy="997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71" y="1183227"/>
            <a:ext cx="6236732" cy="5559743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14" spc="-4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2089" y="6946437"/>
            <a:ext cx="6236732" cy="1781969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984" cap="all" spc="165" baseline="0">
                <a:solidFill>
                  <a:schemeClr val="tx2"/>
                </a:solidFill>
                <a:latin typeface="+mj-lt"/>
              </a:defRPr>
            </a:lvl1pPr>
            <a:lvl2pPr marL="377967" indent="0" algn="ctr">
              <a:buNone/>
              <a:defRPr sz="1984"/>
            </a:lvl2pPr>
            <a:lvl3pPr marL="755934" indent="0" algn="ctr">
              <a:buNone/>
              <a:defRPr sz="1984"/>
            </a:lvl3pPr>
            <a:lvl4pPr marL="1133902" indent="0" algn="ctr">
              <a:buNone/>
              <a:defRPr sz="1653"/>
            </a:lvl4pPr>
            <a:lvl5pPr marL="1511869" indent="0" algn="ctr">
              <a:buNone/>
              <a:defRPr sz="1653"/>
            </a:lvl5pPr>
            <a:lvl6pPr marL="1889836" indent="0" algn="ctr">
              <a:buNone/>
              <a:defRPr sz="1653"/>
            </a:lvl6pPr>
            <a:lvl7pPr marL="2267803" indent="0" algn="ctr">
              <a:buNone/>
              <a:defRPr sz="1653"/>
            </a:lvl7pPr>
            <a:lvl8pPr marL="2645771" indent="0" algn="ctr">
              <a:buNone/>
              <a:defRPr sz="1653"/>
            </a:lvl8pPr>
            <a:lvl9pPr marL="3023738" indent="0" algn="ctr">
              <a:buNone/>
              <a:defRPr sz="16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78F4-3D78-4C09-B7BF-333B67E3744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EFA42-A452-4B47-8377-17A001BAF9D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748811" y="6771482"/>
            <a:ext cx="612333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4659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78F4-3D78-4C09-B7BF-333B67E3744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EFA42-A452-4B47-8377-17A001BAF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4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969" y="9979025"/>
            <a:ext cx="7557707" cy="7127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0" y="9875375"/>
            <a:ext cx="7557707" cy="997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71" y="1183227"/>
            <a:ext cx="6236732" cy="5559743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614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71" y="6942550"/>
            <a:ext cx="6236732" cy="1781969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984" cap="all" spc="165" baseline="0">
                <a:solidFill>
                  <a:schemeClr val="tx2"/>
                </a:solidFill>
                <a:latin typeface="+mj-lt"/>
              </a:defRPr>
            </a:lvl1pPr>
            <a:lvl2pPr marL="377967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78F4-3D78-4C09-B7BF-333B67E3744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EFA42-A452-4B47-8377-17A001BAF9D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748811" y="6771482"/>
            <a:ext cx="612333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1766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80371" y="446824"/>
            <a:ext cx="6236732" cy="22617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71" y="2877551"/>
            <a:ext cx="3061668" cy="62725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55434" y="2877554"/>
            <a:ext cx="3061668" cy="6272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78F4-3D78-4C09-B7BF-333B67E3744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EFA42-A452-4B47-8377-17A001BAF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430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80371" y="446824"/>
            <a:ext cx="6236732" cy="22617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71" y="2878047"/>
            <a:ext cx="3061668" cy="1147884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653" b="0" cap="all" baseline="0">
                <a:solidFill>
                  <a:schemeClr val="tx2"/>
                </a:solidFill>
              </a:defRPr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71" y="4025931"/>
            <a:ext cx="3061668" cy="5124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55434" y="2878047"/>
            <a:ext cx="3061668" cy="1147884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653" b="0" cap="all" baseline="0">
                <a:solidFill>
                  <a:schemeClr val="tx2"/>
                </a:solidFill>
              </a:defRPr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55434" y="4025931"/>
            <a:ext cx="3061668" cy="5124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78F4-3D78-4C09-B7BF-333B67E3744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EFA42-A452-4B47-8377-17A001BAF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16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78F4-3D78-4C09-B7BF-333B67E3744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EFA42-A452-4B47-8377-17A001BAF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701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69" y="9979025"/>
            <a:ext cx="7557707" cy="7127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0" y="9875375"/>
            <a:ext cx="7557707" cy="997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78F4-3D78-4C09-B7BF-333B67E3744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EFA42-A452-4B47-8377-17A001BAF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6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" y="0"/>
            <a:ext cx="2511701" cy="106918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2505054" y="0"/>
            <a:ext cx="39688" cy="106918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88" y="926622"/>
            <a:ext cx="1984415" cy="3563938"/>
          </a:xfrm>
        </p:spPr>
        <p:txBody>
          <a:bodyPr anchor="b">
            <a:normAutofit/>
          </a:bodyPr>
          <a:lstStyle>
            <a:lvl1pPr>
              <a:defRPr sz="2976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0703" y="1140460"/>
            <a:ext cx="4141446" cy="8197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88" y="4561840"/>
            <a:ext cx="1984415" cy="5268148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240">
                <a:solidFill>
                  <a:srgbClr val="FFFFFF"/>
                </a:solidFill>
              </a:defRPr>
            </a:lvl1pPr>
            <a:lvl2pPr marL="377967" indent="0">
              <a:buNone/>
              <a:defRPr sz="992"/>
            </a:lvl2pPr>
            <a:lvl3pPr marL="755934" indent="0">
              <a:buNone/>
              <a:defRPr sz="827"/>
            </a:lvl3pPr>
            <a:lvl4pPr marL="1133902" indent="0">
              <a:buNone/>
              <a:defRPr sz="744"/>
            </a:lvl4pPr>
            <a:lvl5pPr marL="1511869" indent="0">
              <a:buNone/>
              <a:defRPr sz="744"/>
            </a:lvl5pPr>
            <a:lvl6pPr marL="1889836" indent="0">
              <a:buNone/>
              <a:defRPr sz="744"/>
            </a:lvl6pPr>
            <a:lvl7pPr marL="2267803" indent="0">
              <a:buNone/>
              <a:defRPr sz="744"/>
            </a:lvl7pPr>
            <a:lvl8pPr marL="2645771" indent="0">
              <a:buNone/>
              <a:defRPr sz="744"/>
            </a:lvl8pPr>
            <a:lvl9pPr marL="3023738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88642" y="10070987"/>
            <a:ext cx="1623613" cy="569240"/>
          </a:xfrm>
        </p:spPr>
        <p:txBody>
          <a:bodyPr/>
          <a:lstStyle>
            <a:lvl1pPr algn="l">
              <a:defRPr/>
            </a:lvl1pPr>
          </a:lstStyle>
          <a:p>
            <a:fld id="{CA0278F4-3D78-4C09-B7BF-333B67E3744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976622" y="10070987"/>
            <a:ext cx="2882126" cy="56924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C4EFA42-A452-4B47-8377-17A001BAF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60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7721865"/>
            <a:ext cx="7557707" cy="29699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" y="7662740"/>
            <a:ext cx="7557707" cy="997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71" y="7911941"/>
            <a:ext cx="6274530" cy="1283018"/>
          </a:xfrm>
        </p:spPr>
        <p:txBody>
          <a:bodyPr tIns="0" bIns="0" anchor="b">
            <a:noAutofit/>
          </a:bodyPr>
          <a:lstStyle>
            <a:lvl1pPr>
              <a:defRPr sz="2976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" y="0"/>
            <a:ext cx="7559666" cy="7662740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645">
                <a:solidFill>
                  <a:schemeClr val="bg1"/>
                </a:solidFill>
              </a:defRPr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70" y="9209215"/>
            <a:ext cx="6274530" cy="926624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96"/>
              </a:spcAft>
              <a:buNone/>
              <a:defRPr sz="1240">
                <a:solidFill>
                  <a:srgbClr val="FFFFFF"/>
                </a:solidFill>
              </a:defRPr>
            </a:lvl1pPr>
            <a:lvl2pPr marL="377967" indent="0">
              <a:buNone/>
              <a:defRPr sz="992"/>
            </a:lvl2pPr>
            <a:lvl3pPr marL="755934" indent="0">
              <a:buNone/>
              <a:defRPr sz="827"/>
            </a:lvl3pPr>
            <a:lvl4pPr marL="1133902" indent="0">
              <a:buNone/>
              <a:defRPr sz="744"/>
            </a:lvl4pPr>
            <a:lvl5pPr marL="1511869" indent="0">
              <a:buNone/>
              <a:defRPr sz="744"/>
            </a:lvl5pPr>
            <a:lvl6pPr marL="1889836" indent="0">
              <a:buNone/>
              <a:defRPr sz="744"/>
            </a:lvl6pPr>
            <a:lvl7pPr marL="2267803" indent="0">
              <a:buNone/>
              <a:defRPr sz="744"/>
            </a:lvl7pPr>
            <a:lvl8pPr marL="2645771" indent="0">
              <a:buNone/>
              <a:defRPr sz="744"/>
            </a:lvl8pPr>
            <a:lvl9pPr marL="3023738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78F4-3D78-4C09-B7BF-333B67E3744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EFA42-A452-4B47-8377-17A001BAF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5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78F4-3D78-4C09-B7BF-333B67E3744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EFA42-A452-4B47-8377-17A001BAF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189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969" y="9979025"/>
            <a:ext cx="7557707" cy="7127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0" y="9875375"/>
            <a:ext cx="7557707" cy="997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646653"/>
            <a:ext cx="1630055" cy="89759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646652"/>
            <a:ext cx="4795669" cy="897597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78F4-3D78-4C09-B7BF-333B67E3744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EFA42-A452-4B47-8377-17A001BAF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250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9979025"/>
            <a:ext cx="7559676" cy="7127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9875374"/>
            <a:ext cx="7559676" cy="1028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71" y="446824"/>
            <a:ext cx="6236732" cy="22617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70" y="2877551"/>
            <a:ext cx="6236733" cy="627253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0372" y="10070987"/>
            <a:ext cx="153293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rgbClr val="FFFFFF"/>
                </a:solidFill>
              </a:defRPr>
            </a:lvl1pPr>
          </a:lstStyle>
          <a:p>
            <a:fld id="{CA0278F4-3D78-4C09-B7BF-333B67E3744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5627" y="10070987"/>
            <a:ext cx="2990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4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38800" y="10070987"/>
            <a:ext cx="81352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68">
                <a:solidFill>
                  <a:srgbClr val="FFFFFF"/>
                </a:solidFill>
              </a:defRPr>
            </a:lvl1pPr>
          </a:lstStyle>
          <a:p>
            <a:fld id="{5C4EFA42-A452-4B47-8377-17A001BAF9D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740052" y="2709349"/>
            <a:ext cx="618003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1154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</p:sldLayoutIdLst>
  <p:txStyles>
    <p:titleStyle>
      <a:lvl1pPr algn="l" defTabSz="755934" rtl="0" eaLnBrk="1" latinLnBrk="0" hangingPunct="1">
        <a:lnSpc>
          <a:spcPct val="85000"/>
        </a:lnSpc>
        <a:spcBef>
          <a:spcPct val="0"/>
        </a:spcBef>
        <a:buNone/>
        <a:defRPr sz="3968" kern="1200" spc="-41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75593" indent="-75593" algn="l" defTabSz="755934" rtl="0" eaLnBrk="1" latinLnBrk="0" hangingPunct="1">
        <a:lnSpc>
          <a:spcPct val="90000"/>
        </a:lnSpc>
        <a:spcBef>
          <a:spcPts val="992"/>
        </a:spcBef>
        <a:spcAft>
          <a:spcPts val="165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65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17492" indent="-151187" algn="l" defTabSz="755934" rtl="0" eaLnBrk="1" latinLnBrk="0" hangingPunct="1">
        <a:lnSpc>
          <a:spcPct val="90000"/>
        </a:lnSpc>
        <a:spcBef>
          <a:spcPts val="165"/>
        </a:spcBef>
        <a:spcAft>
          <a:spcPts val="331"/>
        </a:spcAft>
        <a:buClr>
          <a:schemeClr val="accent1"/>
        </a:buClr>
        <a:buFont typeface="Calibri" pitchFamily="34" charset="0"/>
        <a:buChar char="◦"/>
        <a:defRPr sz="148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68679" indent="-151187" algn="l" defTabSz="755934" rtl="0" eaLnBrk="1" latinLnBrk="0" hangingPunct="1">
        <a:lnSpc>
          <a:spcPct val="90000"/>
        </a:lnSpc>
        <a:spcBef>
          <a:spcPts val="165"/>
        </a:spcBef>
        <a:spcAft>
          <a:spcPts val="331"/>
        </a:spcAft>
        <a:buClr>
          <a:schemeClr val="accent1"/>
        </a:buClr>
        <a:buFont typeface="Calibri" pitchFamily="34" charset="0"/>
        <a:buChar char="◦"/>
        <a:defRPr sz="115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619866" indent="-151187" algn="l" defTabSz="755934" rtl="0" eaLnBrk="1" latinLnBrk="0" hangingPunct="1">
        <a:lnSpc>
          <a:spcPct val="90000"/>
        </a:lnSpc>
        <a:spcBef>
          <a:spcPts val="165"/>
        </a:spcBef>
        <a:spcAft>
          <a:spcPts val="331"/>
        </a:spcAft>
        <a:buClr>
          <a:schemeClr val="accent1"/>
        </a:buClr>
        <a:buFont typeface="Calibri" pitchFamily="34" charset="0"/>
        <a:buChar char="◦"/>
        <a:defRPr sz="115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771053" indent="-151187" algn="l" defTabSz="755934" rtl="0" eaLnBrk="1" latinLnBrk="0" hangingPunct="1">
        <a:lnSpc>
          <a:spcPct val="90000"/>
        </a:lnSpc>
        <a:spcBef>
          <a:spcPts val="165"/>
        </a:spcBef>
        <a:spcAft>
          <a:spcPts val="331"/>
        </a:spcAft>
        <a:buClr>
          <a:schemeClr val="accent1"/>
        </a:buClr>
        <a:buFont typeface="Calibri" pitchFamily="34" charset="0"/>
        <a:buChar char="◦"/>
        <a:defRPr sz="115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909370" indent="-188984" algn="l" defTabSz="755934" rtl="0" eaLnBrk="1" latinLnBrk="0" hangingPunct="1">
        <a:lnSpc>
          <a:spcPct val="90000"/>
        </a:lnSpc>
        <a:spcBef>
          <a:spcPts val="165"/>
        </a:spcBef>
        <a:spcAft>
          <a:spcPts val="331"/>
        </a:spcAft>
        <a:buClr>
          <a:schemeClr val="accent1"/>
        </a:buClr>
        <a:buFont typeface="Calibri" pitchFamily="34" charset="0"/>
        <a:buChar char="◦"/>
        <a:defRPr sz="115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074710" indent="-188984" algn="l" defTabSz="755934" rtl="0" eaLnBrk="1" latinLnBrk="0" hangingPunct="1">
        <a:lnSpc>
          <a:spcPct val="90000"/>
        </a:lnSpc>
        <a:spcBef>
          <a:spcPts val="165"/>
        </a:spcBef>
        <a:spcAft>
          <a:spcPts val="331"/>
        </a:spcAft>
        <a:buClr>
          <a:schemeClr val="accent1"/>
        </a:buClr>
        <a:buFont typeface="Calibri" pitchFamily="34" charset="0"/>
        <a:buChar char="◦"/>
        <a:defRPr sz="115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240050" indent="-188984" algn="l" defTabSz="755934" rtl="0" eaLnBrk="1" latinLnBrk="0" hangingPunct="1">
        <a:lnSpc>
          <a:spcPct val="90000"/>
        </a:lnSpc>
        <a:spcBef>
          <a:spcPts val="165"/>
        </a:spcBef>
        <a:spcAft>
          <a:spcPts val="331"/>
        </a:spcAft>
        <a:buClr>
          <a:schemeClr val="accent1"/>
        </a:buClr>
        <a:buFont typeface="Calibri" pitchFamily="34" charset="0"/>
        <a:buChar char="◦"/>
        <a:defRPr sz="115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405390" indent="-188984" algn="l" defTabSz="755934" rtl="0" eaLnBrk="1" latinLnBrk="0" hangingPunct="1">
        <a:lnSpc>
          <a:spcPct val="90000"/>
        </a:lnSpc>
        <a:spcBef>
          <a:spcPts val="165"/>
        </a:spcBef>
        <a:spcAft>
          <a:spcPts val="331"/>
        </a:spcAft>
        <a:buClr>
          <a:schemeClr val="accent1"/>
        </a:buClr>
        <a:buFont typeface="Calibri" pitchFamily="34" charset="0"/>
        <a:buChar char="◦"/>
        <a:defRPr sz="115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84DD19-FACD-4EEE-9D4E-634102954468}"/>
              </a:ext>
            </a:extLst>
          </p:cNvPr>
          <p:cNvSpPr txBox="1"/>
          <p:nvPr/>
        </p:nvSpPr>
        <p:spPr>
          <a:xfrm>
            <a:off x="-7004013" y="-16055975"/>
            <a:ext cx="20843044" cy="273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146" dirty="0"/>
              <a:t>       </a:t>
            </a:r>
            <a:r>
              <a:rPr lang="en-US" sz="9933" b="1" dirty="0"/>
              <a:t>Apurba Bangla Quiz App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DC719F-03D9-4E66-A7F3-A3832CC51D3F}"/>
              </a:ext>
            </a:extLst>
          </p:cNvPr>
          <p:cNvSpPr txBox="1"/>
          <p:nvPr/>
        </p:nvSpPr>
        <p:spPr>
          <a:xfrm>
            <a:off x="-11357769" y="-9539692"/>
            <a:ext cx="12801600" cy="4335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Developer: Apurba Chandra Roy</a:t>
            </a:r>
          </a:p>
          <a:p>
            <a:r>
              <a:rPr lang="en-US" sz="5400" dirty="0"/>
              <a:t>Dept. of ICT </a:t>
            </a:r>
          </a:p>
          <a:p>
            <a:r>
              <a:rPr lang="en-US" sz="5400" dirty="0"/>
              <a:t>Mawlana Bhashani Science and technology University</a:t>
            </a:r>
          </a:p>
          <a:p>
            <a:r>
              <a:rPr lang="en-US" sz="5400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4B565D-FD31-4622-8B9A-F1E330BC36BE}"/>
              </a:ext>
            </a:extLst>
          </p:cNvPr>
          <p:cNvSpPr txBox="1"/>
          <p:nvPr/>
        </p:nvSpPr>
        <p:spPr>
          <a:xfrm>
            <a:off x="1498839" y="786275"/>
            <a:ext cx="6394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Bengali Language Based Interactive Quiz System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Using Java Swing and MySQL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16B1EC-23AC-4511-9FE6-F6F2FB02DE5A}"/>
              </a:ext>
            </a:extLst>
          </p:cNvPr>
          <p:cNvSpPr txBox="1"/>
          <p:nvPr/>
        </p:nvSpPr>
        <p:spPr>
          <a:xfrm>
            <a:off x="-19144" y="1715337"/>
            <a:ext cx="467278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Developer: Apurba Chandra Roy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ID: IT23031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ICT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Mawlana Bhashani Science and Technology University</a:t>
            </a:r>
          </a:p>
          <a:p>
            <a:r>
              <a:rPr lang="en-US" dirty="0"/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7DA05E-AACC-413E-A859-440418A172E0}"/>
              </a:ext>
            </a:extLst>
          </p:cNvPr>
          <p:cNvSpPr txBox="1"/>
          <p:nvPr/>
        </p:nvSpPr>
        <p:spPr>
          <a:xfrm>
            <a:off x="3779837" y="3314581"/>
            <a:ext cx="42463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Bengali Language Interface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Multi-panel UI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CardLayout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Quiz System with Validation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MySQL Database Integration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Error Handling &amp; Security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50E135D-84EC-4379-815B-B029660760D7}"/>
              </a:ext>
            </a:extLst>
          </p:cNvPr>
          <p:cNvGrpSpPr/>
          <p:nvPr/>
        </p:nvGrpSpPr>
        <p:grpSpPr>
          <a:xfrm>
            <a:off x="21166" y="39665"/>
            <a:ext cx="7559675" cy="10140062"/>
            <a:chOff x="-39189" y="25020"/>
            <a:chExt cx="7559675" cy="1014006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DD24F3C-E622-4734-9AEC-BBC1E3751E20}"/>
                </a:ext>
              </a:extLst>
            </p:cNvPr>
            <p:cNvSpPr txBox="1"/>
            <p:nvPr/>
          </p:nvSpPr>
          <p:spPr>
            <a:xfrm>
              <a:off x="940525" y="25020"/>
              <a:ext cx="5891348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Bangla Quiz App</a:t>
              </a:r>
            </a:p>
            <a:p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539B0BC-6174-441E-A935-E3074D33F48E}"/>
                </a:ext>
              </a:extLst>
            </p:cNvPr>
            <p:cNvSpPr/>
            <p:nvPr/>
          </p:nvSpPr>
          <p:spPr>
            <a:xfrm>
              <a:off x="-39189" y="2934016"/>
              <a:ext cx="3448594" cy="3783968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Abstract</a:t>
              </a:r>
            </a:p>
            <a:p>
              <a:pPr algn="ctr"/>
              <a:endParaRPr lang="en-US" dirty="0"/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This project presents a Bengali-language interactive quiz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application developed using Java Swing and MySQL database.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system allows users to participate in quizzes, store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scores, and view previous results. The project demonstrates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GUI programming, event handling, and database connectivity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 Java.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9D958DF-70BD-4A6E-9C67-900257871BF3}"/>
                </a:ext>
              </a:extLst>
            </p:cNvPr>
            <p:cNvSpPr txBox="1"/>
            <p:nvPr/>
          </p:nvSpPr>
          <p:spPr>
            <a:xfrm>
              <a:off x="206384" y="6717984"/>
              <a:ext cx="2808515" cy="3447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System Architecture</a:t>
              </a:r>
            </a:p>
            <a:p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Frontend:</a:t>
              </a:r>
            </a:p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• Java Swing</a:t>
              </a:r>
            </a:p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• </a:t>
              </a:r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CardLayout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-based UI</a:t>
              </a:r>
            </a:p>
            <a:p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Backend:</a:t>
              </a:r>
            </a:p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• MySQL Database</a:t>
              </a:r>
            </a:p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• JDBC Connectivity</a:t>
              </a:r>
            </a:p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• </a:t>
              </a:r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PreparedStatement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dirty="0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367E7F2A-E083-4490-A725-80C6600489C2}"/>
                </a:ext>
              </a:extLst>
            </p:cNvPr>
            <p:cNvSpPr/>
            <p:nvPr/>
          </p:nvSpPr>
          <p:spPr>
            <a:xfrm>
              <a:off x="3740649" y="6058333"/>
              <a:ext cx="3779837" cy="3795043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Workflow Overview</a:t>
              </a:r>
            </a:p>
            <a:p>
              <a:pPr algn="ctr"/>
              <a:endParaRPr lang="en-US" dirty="0"/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Home Screen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↓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Quiz Panel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↓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Answer Validation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↓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Score Calculation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↓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Save to Database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↓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View Score History</a:t>
              </a:r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24DA6804-47D4-4178-A153-9554E06DC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33"/>
            <a:ext cx="1201783" cy="102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88117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114</TotalTime>
  <Words>172</Words>
  <Application>Microsoft Office PowerPoint</Application>
  <PresentationFormat>Custom</PresentationFormat>
  <Paragraphs>51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Times New Roman</vt:lpstr>
      <vt:lpstr>Retrospect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Apurba Chandra Roy</dc:creator>
  <cp:lastModifiedBy>Apurba Chandra Roy</cp:lastModifiedBy>
  <cp:revision>3</cp:revision>
  <dcterms:created xsi:type="dcterms:W3CDTF">2025-12-13T17:39:32Z</dcterms:created>
  <dcterms:modified xsi:type="dcterms:W3CDTF">2025-12-13T19:37:03Z</dcterms:modified>
</cp:coreProperties>
</file>